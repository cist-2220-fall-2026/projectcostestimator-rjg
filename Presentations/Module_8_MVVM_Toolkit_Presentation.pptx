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15b208651b44a7" /><Relationship Type="http://schemas.openxmlformats.org/officeDocument/2006/relationships/extended-properties" Target="/docProps/app.xml" Id="R7fe03febfae94bd6" /><Relationship Type="http://schemas.openxmlformats.org/officeDocument/2006/relationships/officeDocument" Target="/ppt/presentation.xml" Id="R4f7be11911f846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cf4f725c1240b6"/>
  </p:sldMasterIdLst>
  <p:notesMasterIdLst>
    <p:notesMasterId xmlns:r="http://schemas.openxmlformats.org/officeDocument/2006/relationships" r:id="R7eeb0d9975a04d70"/>
  </p:notesMasterIdLst>
  <p:sldIdLst>
    <p:sldId xmlns:r="http://schemas.openxmlformats.org/officeDocument/2006/relationships" id="256" r:id="Rbc65f9657eed47e7"/>
    <p:sldId xmlns:r="http://schemas.openxmlformats.org/officeDocument/2006/relationships" id="257" r:id="R556d6b3902834bdb"/>
    <p:sldId xmlns:r="http://schemas.openxmlformats.org/officeDocument/2006/relationships" id="258" r:id="R78ada84a96b746aa"/>
    <p:sldId xmlns:r="http://schemas.openxmlformats.org/officeDocument/2006/relationships" id="259" r:id="Rea3cc4d49c374cbb"/>
    <p:sldId xmlns:r="http://schemas.openxmlformats.org/officeDocument/2006/relationships" id="260" r:id="R48de3fb2d91841b7"/>
    <p:sldId xmlns:r="http://schemas.openxmlformats.org/officeDocument/2006/relationships" id="261" r:id="R0e128f9b7b5e4980"/>
    <p:sldId xmlns:r="http://schemas.openxmlformats.org/officeDocument/2006/relationships" id="262" r:id="R211b7a66364743da"/>
    <p:sldId xmlns:r="http://schemas.openxmlformats.org/officeDocument/2006/relationships" id="263" r:id="Rca34115bd32e4f41"/>
    <p:sldId xmlns:r="http://schemas.openxmlformats.org/officeDocument/2006/relationships" id="264" r:id="R1c3cbe3d1a7b4691"/>
    <p:sldId xmlns:r="http://schemas.openxmlformats.org/officeDocument/2006/relationships" id="265" r:id="Rcb5aeac3efeb41fa"/>
    <p:sldId xmlns:r="http://schemas.openxmlformats.org/officeDocument/2006/relationships" id="266" r:id="Rac10231ffb2442c6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d61f0b526c4005" /><Relationship Type="http://schemas.openxmlformats.org/officeDocument/2006/relationships/slideMaster" Target="/ppt/slideMasters/slideMaster1.xml" Id="Re8cf4f725c1240b6" /><Relationship Type="http://schemas.openxmlformats.org/officeDocument/2006/relationships/notesMaster" Target="/ppt/notesMasters/notesMaster1.xml" Id="R7eeb0d9975a04d70" /><Relationship Type="http://schemas.openxmlformats.org/officeDocument/2006/relationships/presProps" Target="/ppt/presProps.xml" Id="R6dae748b883c4841" /><Relationship Type="http://schemas.openxmlformats.org/officeDocument/2006/relationships/viewProps" Target="/ppt/viewProps.xml" Id="R1f881811f4594820" /><Relationship Type="http://schemas.openxmlformats.org/officeDocument/2006/relationships/tableStyles" Target="/ppt/tableStyles.xml" Id="R0d110530c44f4bde" /><Relationship Type="http://schemas.openxmlformats.org/officeDocument/2006/relationships/slide" Target="/ppt/slides/slide1.xml" Id="Rbc65f9657eed47e7" /><Relationship Type="http://schemas.openxmlformats.org/officeDocument/2006/relationships/slide" Target="/ppt/slides/slide2.xml" Id="R556d6b3902834bdb" /><Relationship Type="http://schemas.openxmlformats.org/officeDocument/2006/relationships/slide" Target="/ppt/slides/slide3.xml" Id="R78ada84a96b746aa" /><Relationship Type="http://schemas.openxmlformats.org/officeDocument/2006/relationships/slide" Target="/ppt/slides/slide4.xml" Id="Rea3cc4d49c374cbb" /><Relationship Type="http://schemas.openxmlformats.org/officeDocument/2006/relationships/slide" Target="/ppt/slides/slide5.xml" Id="R48de3fb2d91841b7" /><Relationship Type="http://schemas.openxmlformats.org/officeDocument/2006/relationships/slide" Target="/ppt/slides/slide6.xml" Id="R0e128f9b7b5e4980" /><Relationship Type="http://schemas.openxmlformats.org/officeDocument/2006/relationships/slide" Target="/ppt/slides/slide7.xml" Id="R211b7a66364743da" /><Relationship Type="http://schemas.openxmlformats.org/officeDocument/2006/relationships/slide" Target="/ppt/slides/slide8.xml" Id="Rca34115bd32e4f41" /><Relationship Type="http://schemas.openxmlformats.org/officeDocument/2006/relationships/slide" Target="/ppt/slides/slide9.xml" Id="R1c3cbe3d1a7b4691" /><Relationship Type="http://schemas.openxmlformats.org/officeDocument/2006/relationships/slide" Target="/ppt/slides/slide10.xml" Id="Rcb5aeac3efeb41fa" /><Relationship Type="http://schemas.openxmlformats.org/officeDocument/2006/relationships/slide" Target="/ppt/slides/slide11.xml" Id="Rac10231ffb2442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8d5e569b0643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e956eae54b4cbf" /><Relationship Type="http://schemas.openxmlformats.org/officeDocument/2006/relationships/notesMaster" Target="/ppt/notesMasters/notesMaster1.xml" Id="Rb4f00fab317241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ef18bffedd4045" /><Relationship Type="http://schemas.openxmlformats.org/officeDocument/2006/relationships/notesMaster" Target="/ppt/notesMasters/notesMaster1.xml" Id="Rf60c179fc04f4b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17fbc7d02d4ed4" /><Relationship Type="http://schemas.openxmlformats.org/officeDocument/2006/relationships/notesMaster" Target="/ppt/notesMasters/notesMaster1.xml" Id="R04fd692f2d7a48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0fd66ecf5641ab" /><Relationship Type="http://schemas.openxmlformats.org/officeDocument/2006/relationships/notesMaster" Target="/ppt/notesMasters/notesMaster1.xml" Id="R28c3997ad16c41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e7712c25c8446a" /><Relationship Type="http://schemas.openxmlformats.org/officeDocument/2006/relationships/notesMaster" Target="/ppt/notesMasters/notesMaster1.xml" Id="Rfce1c50a40c04c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f07548544f466b" /><Relationship Type="http://schemas.openxmlformats.org/officeDocument/2006/relationships/notesMaster" Target="/ppt/notesMasters/notesMaster1.xml" Id="R1c4513da206846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fcd3775dd947f7" /><Relationship Type="http://schemas.openxmlformats.org/officeDocument/2006/relationships/notesMaster" Target="/ppt/notesMasters/notesMaster1.xml" Id="Re5e9aeb7e19848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40c7aaa59847ce" /><Relationship Type="http://schemas.openxmlformats.org/officeDocument/2006/relationships/notesMaster" Target="/ppt/notesMasters/notesMaster1.xml" Id="Rac838eb3be5741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cb465e3c604ae9" /><Relationship Type="http://schemas.openxmlformats.org/officeDocument/2006/relationships/notesMaster" Target="/ppt/notesMasters/notesMaster1.xml" Id="R3e50ccd27a4148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bc433fbc8f4c64" /><Relationship Type="http://schemas.openxmlformats.org/officeDocument/2006/relationships/notesMaster" Target="/ppt/notesMasters/notesMaster1.xml" Id="R2cb93d5c40144a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128f685ba34509" /><Relationship Type="http://schemas.openxmlformats.org/officeDocument/2006/relationships/notesMaster" Target="/ppt/notesMasters/notesMaster1.xml" Id="R3201bc03141946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Module 8. Open the matching Word tutorial after the exercise overview.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work for Module 8. Show the expected app result before students start.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4: explain these concepts. Ask students to predict what the change will do. Then open Step 4 in the Word tutorial.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4: run the app or inspect the code. Ask students to explain the observed result.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8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6b9ae7b4c545aa" /><Relationship Type="http://schemas.openxmlformats.org/officeDocument/2006/relationships/image" Target="/ppt/media/image.png" Id="R4eecec5497c94ec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226326b3243b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1510ca2d34cc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4c55dceb2245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e149643d6840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52f9482d59418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1f22dd160d45b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9cb5deff034c3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570b1d7d14f8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5ff97a281c46f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c1a3e27fa2456f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A07C1ED5-703E-4219-B88F-136E80243E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cec5497c94ecb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A352A7-9178-419F-AE28-926A9FA55F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E8E5436-A3E4-4FA5-A122-72CEDCA125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86566EC-B05E-49DA-AF71-A8237642A6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141D153-7812-4042-9061-6863D17E67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D627F4A-9F6E-4DB3-9FB9-979631EB80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02934F9-252B-4A4E-9E89-3BF07D87A81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DB22C-BC9E-4822-8AE5-053435B488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1F7D1AC-058A-44C8-B22C-214C580121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63E329-4D02-4294-AF58-B92559C0BA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C3C0AB-FF8B-4174-9659-C139B471F5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4F2448F-DA7B-4840-90AB-4D8516156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A7233D-8A7D-4F4B-BCA2-71B50E17D6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5A34-CFA6-4E10-9FDF-58EB4FD031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05463C-7626-40B3-AD36-E89FD92D6E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C50DA24-BC7B-42E2-BDA1-07CFB6D3A2B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536209A-9E9B-4CC6-988C-ABF3AED0DC8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6795349-E00C-440F-9935-B7AF400D9C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AA60C37-0423-4DF3-85A0-2410D8BB21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224335-AA24-4252-86A0-47CA4E3B47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D95BF8-13E3-4944-B579-1707BA4365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BF5CE8-5F30-493E-9242-EF6A03CD8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F1DF919-816F-4D27-A9D7-A3911CBC822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A4B1E1E-721D-4265-BCCA-91E1F0AE8F4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E870A6A-BAB7-481B-85E0-0489386BAF6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436523C-953A-409D-97A4-92DEC40954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4AE5805-08D9-4A9B-A04E-DA8C7C95EE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BD6DCB8-1820-4905-BCA2-822C69B756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928B19-3A00-493F-B37D-9E4572A8AD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B746708-F2C1-4116-BFA8-9C8A03E40F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35A2ACD-1429-4F65-993C-F98DCB392E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116DC99-50BE-4044-89C9-6158D4ACA4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BF35218-BFBB-4D88-A855-03FCD347C8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9CBCA5-D284-4323-8B3C-DE200CB42B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076D593-5215-480A-86E8-BE71B9F213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BA58FE-D9B9-40E5-B8AB-FD30FB27EF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9B5E32B-B091-4BF7-8551-1ABFF73AD7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EFD08DF-C723-467C-A8CF-4AF1C8586E6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5D2017-9B46-4068-AE7F-918B7D4D3B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B196D57-CF23-4550-A8C0-7928789829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600FC31-0F87-4D70-B951-4EF70CA104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105333-78C1-4601-9E47-CE87A7A03D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3E66C08-C7C6-4666-8589-F53BBC36994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427F862-0265-4935-A0C2-82E55854D49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CAF65A-AD46-4564-B5BE-A8C1FD3AC11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B75D28E-D9E6-494C-9833-BDBF51F5CC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7161448-D49B-48DC-B83E-05DA9A4F44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5A621A-5B9C-413A-9BD0-2490A6DB4D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059269-E20B-486C-A1E1-DD842E1349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7A1901-DA5E-4450-83D2-45C86CC0B9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B22FDEA-89FB-4960-A35B-DA6987F35B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56B34A-741B-4967-A34B-B1205B8097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C7304C0-10B9-40F7-B259-861047B759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2C2703-C118-4E5E-896A-AD6BE95CBC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A22446D-0510-4039-B4CF-D6E88E9901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38CE95-4C16-4A1D-827E-2B24C3DF69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4D0D2A-23FD-49A9-862A-DA90725C77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3a4f82735531414d" /><Relationship Type="http://schemas.openxmlformats.org/officeDocument/2006/relationships/theme" Target="/ppt/slideMasters/theme/theme2.xml" Id="Rfa5b36eb3398418d" /><Relationship Type="http://schemas.openxmlformats.org/officeDocument/2006/relationships/slideLayout" Target="/ppt/slideLayouts/slideLayout1.xml" Id="Rddf1dda27a374963" /><Relationship Type="http://schemas.openxmlformats.org/officeDocument/2006/relationships/slideLayout" Target="/ppt/slideLayouts/slideLayout2.xml" Id="R78e04280aca147e1" /><Relationship Type="http://schemas.openxmlformats.org/officeDocument/2006/relationships/slideLayout" Target="/ppt/slideLayouts/slideLayout3.xml" Id="R319f961851194dc1" /><Relationship Type="http://schemas.openxmlformats.org/officeDocument/2006/relationships/slideLayout" Target="/ppt/slideLayouts/slideLayout4.xml" Id="Rbd07ea6325114e12" /><Relationship Type="http://schemas.openxmlformats.org/officeDocument/2006/relationships/slideLayout" Target="/ppt/slideLayouts/slideLayout5.xml" Id="Rf4623db4a93b4b1a" /><Relationship Type="http://schemas.openxmlformats.org/officeDocument/2006/relationships/slideLayout" Target="/ppt/slideLayouts/slideLayout6.xml" Id="R0ea6ff2f863f40ad" /><Relationship Type="http://schemas.openxmlformats.org/officeDocument/2006/relationships/slideLayout" Target="/ppt/slideLayouts/slideLayout7.xml" Id="Rde5bdb0867c64248" /><Relationship Type="http://schemas.openxmlformats.org/officeDocument/2006/relationships/slideLayout" Target="/ppt/slideLayouts/slideLayout8.xml" Id="R77efd6257ccf4d2e" /><Relationship Type="http://schemas.openxmlformats.org/officeDocument/2006/relationships/slideLayout" Target="/ppt/slideLayouts/slideLayout9.xml" Id="R5aa8815c33a74057" /><Relationship Type="http://schemas.openxmlformats.org/officeDocument/2006/relationships/slideLayout" Target="/ppt/slideLayouts/slideLayout10.xml" Id="R29e6c22fa1cc4120" /><Relationship Type="http://schemas.openxmlformats.org/officeDocument/2006/relationships/slideLayout" Target="/ppt/slideLayouts/slideLayout11.xml" Id="Rd59c83ff9a9b491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496562A-0511-4B33-BE49-276911A96F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311CB3-C655-4971-8AA8-98A7BF5F1E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76917F-551A-4CAC-B6ED-AFD7F0872D5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E321E8-C171-4865-B596-C174320005C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B58B3C-DD5F-41AB-ACD0-662A86D2887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8E3B748F-D39D-4B39-8E83-8A6A768EB9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f8273553141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f1dda27a374963"/>
    <p:sldLayoutId xmlns:r="http://schemas.openxmlformats.org/officeDocument/2006/relationships" id="2147483650" r:id="R78e04280aca147e1"/>
    <p:sldLayoutId xmlns:r="http://schemas.openxmlformats.org/officeDocument/2006/relationships" id="2147483651" r:id="R319f961851194dc1"/>
    <p:sldLayoutId xmlns:r="http://schemas.openxmlformats.org/officeDocument/2006/relationships" id="2147483652" r:id="Rbd07ea6325114e12"/>
    <p:sldLayoutId xmlns:r="http://schemas.openxmlformats.org/officeDocument/2006/relationships" id="2147483653" r:id="Rf4623db4a93b4b1a"/>
    <p:sldLayoutId xmlns:r="http://schemas.openxmlformats.org/officeDocument/2006/relationships" id="2147483654" r:id="R0ea6ff2f863f40ad"/>
    <p:sldLayoutId xmlns:r="http://schemas.openxmlformats.org/officeDocument/2006/relationships" id="2147483655" r:id="Rde5bdb0867c64248"/>
    <p:sldLayoutId xmlns:r="http://schemas.openxmlformats.org/officeDocument/2006/relationships" id="2147483656" r:id="R77efd6257ccf4d2e"/>
    <p:sldLayoutId xmlns:r="http://schemas.openxmlformats.org/officeDocument/2006/relationships" id="2147483657" r:id="R5aa8815c33a74057"/>
    <p:sldLayoutId xmlns:r="http://schemas.openxmlformats.org/officeDocument/2006/relationships" id="2147483658" r:id="R29e6c22fa1cc4120"/>
    <p:sldLayoutId xmlns:r="http://schemas.openxmlformats.org/officeDocument/2006/relationships" id="2147483659" r:id="Rd59c83ff9a9b4914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018ee817f4134" /><Relationship Type="http://schemas.openxmlformats.org/officeDocument/2006/relationships/notesSlide" Target="/ppt/notesSlides/notesSlide1.xml" Id="R32f02f37913841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078d5bdb2a4f18" /><Relationship Type="http://schemas.openxmlformats.org/officeDocument/2006/relationships/notesSlide" Target="/ppt/notesSlides/notesSlide2.xml" Id="R1d2ea129eaeb49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a087c7655144b3" /><Relationship Type="http://schemas.openxmlformats.org/officeDocument/2006/relationships/notesSlide" Target="/ppt/notesSlides/notesSlide3.xml" Id="R6032a9b1d2b24c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ebc304295e4cd7" /><Relationship Type="http://schemas.openxmlformats.org/officeDocument/2006/relationships/image" Target="/ppt/media/image2.png" Id="Rbe606cd722f94d6c" /><Relationship Type="http://schemas.openxmlformats.org/officeDocument/2006/relationships/notesSlide" Target="/ppt/notesSlides/notesSlide4.xml" Id="R48f9a9cbd35542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3092aeea35409d" /><Relationship Type="http://schemas.openxmlformats.org/officeDocument/2006/relationships/notesSlide" Target="/ppt/notesSlides/notesSlide5.xml" Id="Rf9d8b031032349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9fa5e19d26461d" /><Relationship Type="http://schemas.openxmlformats.org/officeDocument/2006/relationships/image" Target="/ppt/media/image.jpeg" Id="R47939aad823445a1" /><Relationship Type="http://schemas.openxmlformats.org/officeDocument/2006/relationships/notesSlide" Target="/ppt/notesSlides/notesSlide6.xml" Id="Rc57aa9c62f9a40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832fead03a489a" /><Relationship Type="http://schemas.openxmlformats.org/officeDocument/2006/relationships/notesSlide" Target="/ppt/notesSlides/notesSlide7.xml" Id="Rf7493243ae9a41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5d7c423576447f" /><Relationship Type="http://schemas.openxmlformats.org/officeDocument/2006/relationships/notesSlide" Target="/ppt/notesSlides/notesSlide8.xml" Id="Rd1438a89d53c43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da664b09624642" /><Relationship Type="http://schemas.openxmlformats.org/officeDocument/2006/relationships/notesSlide" Target="/ppt/notesSlides/notesSlide9.xml" Id="Rcfb5c3ca47b244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af6f4399d04c5f" /><Relationship Type="http://schemas.openxmlformats.org/officeDocument/2006/relationships/image" Target="/ppt/media/image2.jpeg" Id="R14114ea4526e4cba" /><Relationship Type="http://schemas.openxmlformats.org/officeDocument/2006/relationships/notesSlide" Target="/ppt/notesSlides/notesSlide10.xml" Id="R20ec8d71a9de4a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771281e7674c25" /><Relationship Type="http://schemas.openxmlformats.org/officeDocument/2006/relationships/notesSlide" Target="/ppt/notesSlides/notesSlide11.xml" Id="R6465d61eef9d40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8 MVVM Toolkit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Add CommunityToolkit.Mvvm.</a:t>
            </a:r>
          </a:p>
          <a:p xmlns:a="http://schemas.openxmlformats.org/drawingml/2006/main">
            <a:pPr lvl="0">
              <a:buNone/>
            </a:pPr>
            <a:r>
              <a:t>Generate observable properties and commands.</a:t>
            </a:r>
          </a:p>
          <a:p xmlns:a="http://schemas.openxmlformats.org/drawingml/2006/main">
            <a:pPr lvl="0">
              <a:buNone/>
            </a:pPr>
            <a:r>
              <a:t>Keep validation rules explicit.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Exercise overview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495024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toolkit generates repeat notification code.</a:t>
            </a:r>
          </a:p>
          <a:p xmlns:a="http://schemas.openxmlformats.org/drawingml/2006/main">
            <a:pPr lvl="0">
              <a:buNone/>
            </a:pPr>
            <a:r>
              <a:t>It does not choose validation rules.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Generated plumbing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78091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project builds with the package.</a:t>
            </a:r>
          </a:p>
          <a:p xmlns:a="http://schemas.openxmlformats.org/drawingml/2006/main">
            <a:pPr lvl="0">
              <a:buNone/>
            </a:pPr>
            <a:r>
              <a:t>App behavior stays the same.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57C10-9C6E-43CF-AD40-ADB2EEEE14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606cd722f94d6c"/>
          <a:stretch xmlns:a="http://schemas.openxmlformats.org/drawingml/2006/main"/>
        </p:blipFill>
        <p:spPr>
          <a:xfrm xmlns:a="http://schemas.openxmlformats.org/drawingml/2006/main">
            <a:off x="2667000" y="3800475"/>
            <a:ext cx="6858000" cy="1828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496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Mark state for generated properties.</a:t>
            </a:r>
          </a:p>
          <a:p xmlns:a="http://schemas.openxmlformats.org/drawingml/2006/main">
            <a:pPr lvl="0">
              <a:buNone/>
            </a:pPr>
            <a:r>
              <a:t>Keep binding names stable.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ObservableProperty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5165679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Typing still updates the form.</a:t>
            </a:r>
          </a:p>
          <a:p xmlns:a="http://schemas.openxmlformats.org/drawingml/2006/main">
            <a:pPr lvl="0">
              <a:buNone/>
            </a:pPr>
            <a:r>
              <a:t>The live total still changes.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9634A-71BF-41C1-AC67-0A128E3162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39aad823445a1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3314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generated property can call a change hook.</a:t>
            </a:r>
          </a:p>
          <a:p xmlns:a="http://schemas.openxmlformats.org/drawingml/2006/main">
            <a:pPr lvl="0">
              <a:buNone/>
            </a:pPr>
            <a:r>
              <a:t>Use hooks to update validation and total.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Change hooks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94504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changed input updates the message.</a:t>
            </a:r>
          </a:p>
          <a:p xmlns:a="http://schemas.openxmlformats.org/drawingml/2006/main">
            <a:pPr lvl="0">
              <a:buNone/>
            </a:pPr>
            <a:r>
              <a:t>Submit state follows the input.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352239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Mark an action with RelayCommand.</a:t>
            </a:r>
          </a:p>
          <a:p xmlns:a="http://schemas.openxmlformats.org/drawingml/2006/main">
            <a:pPr lvl="0">
              <a:buNone/>
            </a:pPr>
            <a:r>
              <a:t>The toolkit generates the command property.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RelayCommand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295256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Submit and Cancel still work.</a:t>
            </a:r>
          </a:p>
          <a:p xmlns:a="http://schemas.openxmlformats.org/drawingml/2006/main">
            <a:pPr lvl="0">
              <a:buNone/>
            </a:pPr>
            <a:r>
              <a:t>The BOM commands still change rows.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FA62A-96DD-47C2-BFD4-F622992C29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14ea4526e4cba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8917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B5024B-0355-49FD-B043-323569B7D3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Show the completed app workflow.</a:t>
            </a:r>
          </a:p>
          <a:p xmlns:a="http://schemas.openxmlformats.org/drawingml/2006/main">
            <a:pPr lvl="0">
              <a:buNone/>
            </a:pPr>
            <a:r>
              <a:t>Explain which responsibility changed.</a:t>
            </a:r>
          </a:p>
          <a:p xmlns:a="http://schemas.openxmlformats.org/drawingml/2006/main">
            <a:pPr lvl="0">
              <a:buNone/>
            </a:pPr>
            <a:r>
              <a:t>Check the result before the next module.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Module review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69328219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2026-10-15T21:03:18.7120000Z</dcterms:created>
  <dcterms:modified xsi:type="dcterms:W3CDTF">2026-10-15T21:03:18.7120000Z</dcterms:modified>
</coreProperties>
</file>