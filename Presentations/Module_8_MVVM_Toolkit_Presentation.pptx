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d0a2eac3e4ef5" /><Relationship Type="http://schemas.openxmlformats.org/officeDocument/2006/relationships/extended-properties" Target="/docProps/app.xml" Id="R2a74840a739e4f5f" /><Relationship Type="http://schemas.openxmlformats.org/officeDocument/2006/relationships/officeDocument" Target="/ppt/presentation.xml" Id="R99445e0bab4f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3990300352455c"/>
  </p:sldMasterIdLst>
  <p:notesMasterIdLst>
    <p:notesMasterId xmlns:r="http://schemas.openxmlformats.org/officeDocument/2006/relationships" r:id="Re6e804bc317d401f"/>
  </p:notesMasterIdLst>
  <p:sldIdLst>
    <p:sldId xmlns:r="http://schemas.openxmlformats.org/officeDocument/2006/relationships" id="256" r:id="R40dc793462134cce"/>
    <p:sldId xmlns:r="http://schemas.openxmlformats.org/officeDocument/2006/relationships" id="257" r:id="R8dc40f4be38b4a26"/>
    <p:sldId xmlns:r="http://schemas.openxmlformats.org/officeDocument/2006/relationships" id="258" r:id="R2365af3de8ca497f"/>
    <p:sldId xmlns:r="http://schemas.openxmlformats.org/officeDocument/2006/relationships" id="259" r:id="Rdc2942f17d6a4bb3"/>
    <p:sldId xmlns:r="http://schemas.openxmlformats.org/officeDocument/2006/relationships" id="260" r:id="Rd25e056819bf4b51"/>
    <p:sldId xmlns:r="http://schemas.openxmlformats.org/officeDocument/2006/relationships" id="261" r:id="R0c08b0547cd24e31"/>
    <p:sldId xmlns:r="http://schemas.openxmlformats.org/officeDocument/2006/relationships" id="262" r:id="R0ddd6ae1ece5448a"/>
    <p:sldId xmlns:r="http://schemas.openxmlformats.org/officeDocument/2006/relationships" id="263" r:id="Rffff3f9b057349fc"/>
    <p:sldId xmlns:r="http://schemas.openxmlformats.org/officeDocument/2006/relationships" id="264" r:id="R7b56c856ecff4ab8"/>
    <p:sldId xmlns:r="http://schemas.openxmlformats.org/officeDocument/2006/relationships" id="265" r:id="R4273aea360cd4718"/>
    <p:sldId xmlns:r="http://schemas.openxmlformats.org/officeDocument/2006/relationships" id="266" r:id="Raeed34423e04431b"/>
    <p:sldId xmlns:r="http://schemas.openxmlformats.org/officeDocument/2006/relationships" id="267" r:id="R976cfc2a31e341f2"/>
    <p:sldId xmlns:r="http://schemas.openxmlformats.org/officeDocument/2006/relationships" id="268" r:id="Rb1cf00d5bd734a16"/>
    <p:sldId xmlns:r="http://schemas.openxmlformats.org/officeDocument/2006/relationships" id="269" r:id="Rd93ff1f4a6d8470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aab68fcff84c6e" /><Relationship Type="http://schemas.openxmlformats.org/officeDocument/2006/relationships/slideMaster" Target="/ppt/slideMasters/slideMaster1.xml" Id="R623990300352455c" /><Relationship Type="http://schemas.openxmlformats.org/officeDocument/2006/relationships/notesMaster" Target="/ppt/notesMasters/notesMaster1.xml" Id="Re6e804bc317d401f" /><Relationship Type="http://schemas.openxmlformats.org/officeDocument/2006/relationships/presProps" Target="/ppt/presProps.xml" Id="Rf37600a963584513" /><Relationship Type="http://schemas.openxmlformats.org/officeDocument/2006/relationships/viewProps" Target="/ppt/viewProps.xml" Id="R1e11572ab0a54421" /><Relationship Type="http://schemas.openxmlformats.org/officeDocument/2006/relationships/tableStyles" Target="/ppt/tableStyles.xml" Id="R1a75052e60cc48df" /><Relationship Type="http://schemas.openxmlformats.org/officeDocument/2006/relationships/slide" Target="/ppt/slides/slide1.xml" Id="R40dc793462134cce" /><Relationship Type="http://schemas.openxmlformats.org/officeDocument/2006/relationships/slide" Target="/ppt/slides/slide2.xml" Id="R8dc40f4be38b4a26" /><Relationship Type="http://schemas.openxmlformats.org/officeDocument/2006/relationships/slide" Target="/ppt/slides/slide3.xml" Id="R2365af3de8ca497f" /><Relationship Type="http://schemas.openxmlformats.org/officeDocument/2006/relationships/slide" Target="/ppt/slides/slide4.xml" Id="Rdc2942f17d6a4bb3" /><Relationship Type="http://schemas.openxmlformats.org/officeDocument/2006/relationships/slide" Target="/ppt/slides/slide5.xml" Id="Rd25e056819bf4b51" /><Relationship Type="http://schemas.openxmlformats.org/officeDocument/2006/relationships/slide" Target="/ppt/slides/slide6.xml" Id="R0c08b0547cd24e31" /><Relationship Type="http://schemas.openxmlformats.org/officeDocument/2006/relationships/slide" Target="/ppt/slides/slide7.xml" Id="R0ddd6ae1ece5448a" /><Relationship Type="http://schemas.openxmlformats.org/officeDocument/2006/relationships/slide" Target="/ppt/slides/slide8.xml" Id="Rffff3f9b057349fc" /><Relationship Type="http://schemas.openxmlformats.org/officeDocument/2006/relationships/slide" Target="/ppt/slides/slide9.xml" Id="R7b56c856ecff4ab8" /><Relationship Type="http://schemas.openxmlformats.org/officeDocument/2006/relationships/slide" Target="/ppt/slides/slide10.xml" Id="R4273aea360cd4718" /><Relationship Type="http://schemas.openxmlformats.org/officeDocument/2006/relationships/slide" Target="/ppt/slides/slide11.xml" Id="Raeed34423e04431b" /><Relationship Type="http://schemas.openxmlformats.org/officeDocument/2006/relationships/slide" Target="/ppt/slides/slide12.xml" Id="R976cfc2a31e341f2" /><Relationship Type="http://schemas.openxmlformats.org/officeDocument/2006/relationships/slide" Target="/ppt/slides/slide13.xml" Id="Rb1cf00d5bd734a16" /><Relationship Type="http://schemas.openxmlformats.org/officeDocument/2006/relationships/slide" Target="/ppt/slides/slide14.xml" Id="Rd93ff1f4a6d847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adfa1f8d7241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986593eea462c" /><Relationship Type="http://schemas.openxmlformats.org/officeDocument/2006/relationships/notesMaster" Target="/ppt/notesMasters/notesMaster1.xml" Id="R8b766a1bb85849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e4cb96c6224405" /><Relationship Type="http://schemas.openxmlformats.org/officeDocument/2006/relationships/notesMaster" Target="/ppt/notesMasters/notesMaster1.xml" Id="R95e50f1a8c234a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a2b98cd257473f" /><Relationship Type="http://schemas.openxmlformats.org/officeDocument/2006/relationships/notesMaster" Target="/ppt/notesMasters/notesMaster1.xml" Id="R345aa9e94c2648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ee9fea58504c7f" /><Relationship Type="http://schemas.openxmlformats.org/officeDocument/2006/relationships/notesMaster" Target="/ppt/notesMasters/notesMaster1.xml" Id="Rc5f53dabc9264c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91d9ede95541a9" /><Relationship Type="http://schemas.openxmlformats.org/officeDocument/2006/relationships/notesMaster" Target="/ppt/notesMasters/notesMaster1.xml" Id="R16aee74e9cea48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cf3973c8664838" /><Relationship Type="http://schemas.openxmlformats.org/officeDocument/2006/relationships/notesMaster" Target="/ppt/notesMasters/notesMaster1.xml" Id="R12dbd519720646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dabc12f8364f7a" /><Relationship Type="http://schemas.openxmlformats.org/officeDocument/2006/relationships/notesMaster" Target="/ppt/notesMasters/notesMaster1.xml" Id="R81fc501ed0d24d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605ac9d9494651" /><Relationship Type="http://schemas.openxmlformats.org/officeDocument/2006/relationships/notesMaster" Target="/ppt/notesMasters/notesMaster1.xml" Id="Rda4c188d3177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ec75ee8414036" /><Relationship Type="http://schemas.openxmlformats.org/officeDocument/2006/relationships/notesMaster" Target="/ppt/notesMasters/notesMaster1.xml" Id="R2bd32940f2644e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766771181f4de8" /><Relationship Type="http://schemas.openxmlformats.org/officeDocument/2006/relationships/notesMaster" Target="/ppt/notesMasters/notesMaster1.xml" Id="R93fb2c726a0d4a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d58912283641fd" /><Relationship Type="http://schemas.openxmlformats.org/officeDocument/2006/relationships/notesMaster" Target="/ppt/notesMasters/notesMaster1.xml" Id="R2819b17b406947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12ef9398fd4b1b" /><Relationship Type="http://schemas.openxmlformats.org/officeDocument/2006/relationships/notesMaster" Target="/ppt/notesMasters/notesMaster1.xml" Id="R8cdfc539b26940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0bc1e3fd5149e9" /><Relationship Type="http://schemas.openxmlformats.org/officeDocument/2006/relationships/notesMaster" Target="/ppt/notesMasters/notesMaster1.xml" Id="R69dddbfe7da94b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1ae7c3b25a4519" /><Relationship Type="http://schemas.openxmlformats.org/officeDocument/2006/relationships/notesMaster" Target="/ppt/notesMasters/notesMaster1.xml" Id="Re4e971af764d4a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matching Word tutorial after the exercise overview. Source: Module 8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the outcome before they start. Source: Module 8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framework idea before the first exercise step. MAUI documentation: https://learn.microsoft.com/dotnet/communitytoolkit/mvvm/generators/overview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the C# object, the XAML control, and the connection between them. Source: Module 8 Word tutorial. MAUI documentation: https://learn.microsoft.com/dotnet/communitytoolkit/mvvm/generators/overview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8 Word tutorial. Related MAUI documentation: https://learn.microsoft.com/dotnet/communitytoolkit/mvvm/generators/overview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8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8 Word tutorial. Related MAUI documentation: https://learn.microsoft.com/dotnet/communitytoolkit/mvvm/generators/overview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8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3: explain these concepts. Ask students to predict what the change will do. Then open Step 3 in the Word tutorial. Source: Module 8 Word tutorial. Related MAUI documentation: https://learn.microsoft.com/dotnet/communitytoolkit/mvvm/generators/overview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3: run the app or inspect the code. Ask students to explain the observed result. Source: Module 8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4: explain these concepts. Ask students to predict what the change will do. Then open Step 4 in the Word tutorial. Source: Module 8 Word tutorial. Related MAUI documentation: https://learn.microsoft.com/dotnet/communitytoolkit/mvvm/generators/overview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4: run the app or inspect the code. Ask students to explain the observed result. Source: Module 8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8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reading: MVVM Toolkit generators. https://learn.microsoft.com/dotnet/communitytoolkit/mvvm/generators/overview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ae9ed69074fd4" /><Relationship Type="http://schemas.openxmlformats.org/officeDocument/2006/relationships/image" Target="/ppt/media/image.png" Id="Rc7020388712449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7ce83dcbb45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a04746fdd4b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00add3a8844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cf0927ce34e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d982c79c148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f05bb2fbd472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3ee94e04c44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1cd5bb3204e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da6119f06460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5af2c40c0439f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698F7B07-AE24-4B2D-911F-539CE9A370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203887124492e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331167-B67B-49E5-B0CD-D602ACAFC1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763D22-D066-40CC-BF7E-770ADB589F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A12152-E25C-458F-831A-5649758182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1C020C-D050-4766-BED9-603F31FBE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9979D3-EEFD-4F23-A2A2-995131AAD2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8AC0BC-8C5E-4934-91DB-0D799A4D35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7882F1-7855-4BE5-85DB-EE33DCE563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458388-4EA8-4C8C-B28D-9FAFBF91A4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AD5473-48A8-4CA7-8275-CE42EACF5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523690-BF0B-4A89-B384-FED72F1502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BBF690-EDF8-4045-8EBF-51378D4266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EA8E08-CE12-4C05-B23B-F70CDE818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5A4466-E98D-45D0-BB33-A1DF982631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8708FA-72DB-41BD-9AD6-EFCB0470FF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90D387-A2C0-49FE-8913-2786C37F84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6104D3-A86E-41B8-93FD-23AB9AAFE0A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837E0-CC78-4A59-98C5-805CE75A15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EB836B-C4D6-442E-9F34-1EF4CB91E0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21240A-2941-4CDE-AF26-41E5FF5323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0C962A-54C6-48DC-90C4-0069E718DA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7E35D5-93F1-476D-9717-B67E71CA4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8E3C166-1558-4078-BFE6-0AA8449E309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B8EA3A5-188F-4BDA-A6B4-6764D0E268D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A937A05-D3FE-48FA-A2CE-9B62464FDF7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1A3FE3E-2A14-411A-9756-5D305BB284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3883B63-B652-4A64-8449-ED8D4D64D8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1D64C78-E47A-4A86-A052-545738A895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CC2918-1A85-43DE-B096-43D7FBCA0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194A914-97D8-4487-AC0D-FEAE90D7FC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764C813-8136-4AB1-AD7B-6E93FCD88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98898E-CBDA-4B75-8B82-2B43C2EBE5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07B1919-182A-465B-BE35-C096FAE397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E8F79E-4E8F-4A9A-B7E4-4C1C2490AB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10D73A7-AB5D-4E32-9AFD-C1915BABEB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71AE8-F67C-4DFF-8F8B-967A240D7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ED9E3C-993B-4C14-9071-DBB579F973D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740BCDB-347F-482F-BD69-EB59778508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33DB6C-C230-4A79-87FD-0CB7E672D3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914C73-2A6D-4060-8F3C-C35E79189F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3707B4B-1829-48AB-9CBF-730F0190A4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F186AC-2686-4C09-947D-247B36114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DCDB4CA-EFD1-4204-91C5-EDDC5AFBD2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5A8E7F7-19DE-4BE7-BAE4-BE3C40EF79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58B824-5EBB-42B2-A239-75E4006EC8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B906A38-50B3-4982-A5F2-F1FC0796C6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844234-0ADB-4C21-92D9-F6ED1CF172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4F052B-22D5-4DAA-A1E0-D050962B9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0E1E-46BD-426C-867C-6BAE3E330F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487ABF-F850-411D-BA25-558B65A387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2A2092-3FB1-4987-A694-E3A090F17A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24457-7A73-40D3-8C56-DB1C9D1FB7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115FFC4-D8FF-455D-AB34-5C234C9EC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782EE5-8ECA-430E-86BF-9A7B06015A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34747E-80D4-4DB0-9DD4-22CCDEA1D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27EAC81-9EFA-480E-9BCD-C06363B513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31932D-BA6F-4CEA-A5DC-28DE9AD74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6bd6c7b9a644eba" /><Relationship Type="http://schemas.openxmlformats.org/officeDocument/2006/relationships/theme" Target="/ppt/slideMasters/theme/theme2.xml" Id="Red7c60834c3d47bf" /><Relationship Type="http://schemas.openxmlformats.org/officeDocument/2006/relationships/slideLayout" Target="/ppt/slideLayouts/slideLayout1.xml" Id="Re2ba127bf5c54d02" /><Relationship Type="http://schemas.openxmlformats.org/officeDocument/2006/relationships/slideLayout" Target="/ppt/slideLayouts/slideLayout2.xml" Id="Rd45433c42c1d4864" /><Relationship Type="http://schemas.openxmlformats.org/officeDocument/2006/relationships/slideLayout" Target="/ppt/slideLayouts/slideLayout3.xml" Id="Rdbf7f5b52fd74a54" /><Relationship Type="http://schemas.openxmlformats.org/officeDocument/2006/relationships/slideLayout" Target="/ppt/slideLayouts/slideLayout4.xml" Id="Rdc6ebd6bb4df459d" /><Relationship Type="http://schemas.openxmlformats.org/officeDocument/2006/relationships/slideLayout" Target="/ppt/slideLayouts/slideLayout5.xml" Id="R7f633bb603314fe0" /><Relationship Type="http://schemas.openxmlformats.org/officeDocument/2006/relationships/slideLayout" Target="/ppt/slideLayouts/slideLayout6.xml" Id="R96bfef099a7640d3" /><Relationship Type="http://schemas.openxmlformats.org/officeDocument/2006/relationships/slideLayout" Target="/ppt/slideLayouts/slideLayout7.xml" Id="R9c755b2971814288" /><Relationship Type="http://schemas.openxmlformats.org/officeDocument/2006/relationships/slideLayout" Target="/ppt/slideLayouts/slideLayout8.xml" Id="Rc7a473bd28c14634" /><Relationship Type="http://schemas.openxmlformats.org/officeDocument/2006/relationships/slideLayout" Target="/ppt/slideLayouts/slideLayout9.xml" Id="Rfb7723f5fe82453a" /><Relationship Type="http://schemas.openxmlformats.org/officeDocument/2006/relationships/slideLayout" Target="/ppt/slideLayouts/slideLayout10.xml" Id="R939cb2bb5d81459a" /><Relationship Type="http://schemas.openxmlformats.org/officeDocument/2006/relationships/slideLayout" Target="/ppt/slideLayouts/slideLayout11.xml" Id="R133a953d3cc3492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084A72-6E58-4CB0-88AC-ED052DFCC2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CB28FA-DA6E-4194-9948-9BC42C677C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5959AC-0B37-4974-8500-52DB319CE73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5F839A-3ED5-477D-B1A7-991C0C098E3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1A8B58-C0E1-454B-A6C1-6CFD0720CBC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6C5749AE-02A9-41B8-BFF0-08EA84488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d6c7b9a644e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a127bf5c54d02"/>
    <p:sldLayoutId xmlns:r="http://schemas.openxmlformats.org/officeDocument/2006/relationships" id="2147483650" r:id="Rd45433c42c1d4864"/>
    <p:sldLayoutId xmlns:r="http://schemas.openxmlformats.org/officeDocument/2006/relationships" id="2147483651" r:id="Rdbf7f5b52fd74a54"/>
    <p:sldLayoutId xmlns:r="http://schemas.openxmlformats.org/officeDocument/2006/relationships" id="2147483652" r:id="Rdc6ebd6bb4df459d"/>
    <p:sldLayoutId xmlns:r="http://schemas.openxmlformats.org/officeDocument/2006/relationships" id="2147483653" r:id="R7f633bb603314fe0"/>
    <p:sldLayoutId xmlns:r="http://schemas.openxmlformats.org/officeDocument/2006/relationships" id="2147483654" r:id="R96bfef099a7640d3"/>
    <p:sldLayoutId xmlns:r="http://schemas.openxmlformats.org/officeDocument/2006/relationships" id="2147483655" r:id="R9c755b2971814288"/>
    <p:sldLayoutId xmlns:r="http://schemas.openxmlformats.org/officeDocument/2006/relationships" id="2147483656" r:id="Rc7a473bd28c14634"/>
    <p:sldLayoutId xmlns:r="http://schemas.openxmlformats.org/officeDocument/2006/relationships" id="2147483657" r:id="Rfb7723f5fe82453a"/>
    <p:sldLayoutId xmlns:r="http://schemas.openxmlformats.org/officeDocument/2006/relationships" id="2147483658" r:id="R939cb2bb5d81459a"/>
    <p:sldLayoutId xmlns:r="http://schemas.openxmlformats.org/officeDocument/2006/relationships" id="2147483659" r:id="R133a953d3cc34922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af343e2aa4102" /><Relationship Type="http://schemas.openxmlformats.org/officeDocument/2006/relationships/notesSlide" Target="/ppt/notesSlides/notesSlide1.xml" Id="Rb885f26cb7544e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073f7ea68043d5" /><Relationship Type="http://schemas.openxmlformats.org/officeDocument/2006/relationships/notesSlide" Target="/ppt/notesSlides/notesSlide2.xml" Id="R98ad8eda1f6d49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99063e798c442a" /><Relationship Type="http://schemas.openxmlformats.org/officeDocument/2006/relationships/image" Target="/ppt/media/image2.png" Id="Rcf1ea3582d7f476a" /><Relationship Type="http://schemas.openxmlformats.org/officeDocument/2006/relationships/notesSlide" Target="/ppt/notesSlides/notesSlide3.xml" Id="R9057fb98a2da4f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8eadae363d4957" /><Relationship Type="http://schemas.openxmlformats.org/officeDocument/2006/relationships/notesSlide" Target="/ppt/notesSlides/notesSlide4.xml" Id="Rb271e369f17a44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553d07460240d6" /><Relationship Type="http://schemas.openxmlformats.org/officeDocument/2006/relationships/notesSlide" Target="/ppt/notesSlides/notesSlide5.xml" Id="R79c61c23f3804e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a83008ea0840a9" /><Relationship Type="http://schemas.openxmlformats.org/officeDocument/2006/relationships/notesSlide" Target="/ppt/notesSlides/notesSlide6.xml" Id="Rc544402c34554f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0c351e00904fa6" /><Relationship Type="http://schemas.openxmlformats.org/officeDocument/2006/relationships/notesSlide" Target="/ppt/notesSlides/notesSlide7.xml" Id="R0a899cd0713a44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2a2361b9d94713" /><Relationship Type="http://schemas.openxmlformats.org/officeDocument/2006/relationships/image" Target="/ppt/media/image.jpeg" Id="R64bab3fec31a47a5" /><Relationship Type="http://schemas.openxmlformats.org/officeDocument/2006/relationships/notesSlide" Target="/ppt/notesSlides/notesSlide8.xml" Id="Rc940a7fa573a41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45444bbe77467e" /><Relationship Type="http://schemas.openxmlformats.org/officeDocument/2006/relationships/notesSlide" Target="/ppt/notesSlides/notesSlide9.xml" Id="Rf7a07981770943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0ba6ee59e246e1" /><Relationship Type="http://schemas.openxmlformats.org/officeDocument/2006/relationships/notesSlide" Target="/ppt/notesSlides/notesSlide10.xml" Id="Rba8fc0f9c47a48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3dbb2ea2c413e" /><Relationship Type="http://schemas.openxmlformats.org/officeDocument/2006/relationships/notesSlide" Target="/ppt/notesSlides/notesSlide11.xml" Id="R0c4d5b0f3d814b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e6e4bd1cbd49d5" /><Relationship Type="http://schemas.openxmlformats.org/officeDocument/2006/relationships/image" Target="/ppt/media/image2.jpeg" Id="R0e2d4b1eb638439a" /><Relationship Type="http://schemas.openxmlformats.org/officeDocument/2006/relationships/notesSlide" Target="/ppt/notesSlides/notesSlide12.xml" Id="Rca3512f4b09c4f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2c9234837b4145" /><Relationship Type="http://schemas.openxmlformats.org/officeDocument/2006/relationships/notesSlide" Target="/ppt/notesSlides/notesSlide13.xml" Id="R375746ec547f44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bdbb42f3d4e29" /><Relationship Type="http://schemas.openxmlformats.org/officeDocument/2006/relationships/notesSlide" Target="/ppt/notesSlides/notesSlide14.xml" Id="R35f1b1279f1248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8 MVVM Toolkit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Add CommunityToolkit.Mvvm.</a:t>
            </a:r>
          </a:p>
          <a:p xmlns:a="http://schemas.openxmlformats.org/drawingml/2006/main">
            <a:pPr lvl="0">
              <a:buNone/>
            </a:pPr>
            <a:r>
              <a:t>Generate observable properties and commands.</a:t>
            </a:r>
          </a:p>
          <a:p xmlns:a="http://schemas.openxmlformats.org/drawingml/2006/main">
            <a:pPr lvl="0">
              <a:buNone/>
            </a:pPr>
            <a:r>
              <a:t>Keep validation rules explicit.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will build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9261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ObservableProperty creates a public notifying property.</a:t>
            </a:r>
          </a:p>
          <a:p xmlns:a="http://schemas.openxmlformats.org/drawingml/2006/main">
            <a:pPr lvl="0">
              <a:buNone/>
            </a:pPr>
            <a:r>
              <a:t>RelayCommand creates a command from a method.</a:t>
            </a:r>
          </a:p>
          <a:p xmlns:a="http://schemas.openxmlformats.org/drawingml/2006/main">
            <a:pPr lvl="0">
              <a:buNone/>
            </a:pPr>
            <a:r>
              <a:t>Your validation rules remain ordinary C# code.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6250"/>
          </a:bodyPr>
          <a:lstStyle xmlns:a="http://schemas.openxmlformats.org/drawingml/2006/main"/>
          <a:p xmlns:a="http://schemas.openxmlformats.org/drawingml/2006/main">
            <a:r>
              <a:t>Source generation removes repeated MVVM code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89A7D-56F8-4EF4-8676-C572A95C1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ea3582d7f476a"/>
          <a:stretch xmlns:a="http://schemas.openxmlformats.org/drawingml/2006/main"/>
        </p:blipFill>
        <p:spPr>
          <a:xfrm xmlns:a="http://schemas.openxmlformats.org/drawingml/2006/main">
            <a:off x="2667000" y="3800475"/>
            <a:ext cx="6858000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536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class is partial so generated code can join it.</a:t>
            </a:r>
          </a:p>
          <a:p xmlns:a="http://schemas.openxmlformats.org/drawingml/2006/main">
            <a:pPr lvl="0">
              <a:buNone/>
            </a:pPr>
            <a:r>
              <a:t>A change hook runs when a generated property changes.</a:t>
            </a:r>
          </a:p>
          <a:p xmlns:a="http://schemas.openxmlformats.org/drawingml/2006/main">
            <a:pPr lvl="0">
              <a:buNone/>
            </a:pPr>
            <a:r>
              <a:t>NotifyCanExecuteChanged updates a Button state.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From C# to the screen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66501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toolkit generates repeat notification code.</a:t>
            </a:r>
          </a:p>
          <a:p xmlns:a="http://schemas.openxmlformats.org/drawingml/2006/main">
            <a:pPr lvl="0">
              <a:buNone/>
            </a:pPr>
            <a:r>
              <a:t>It does not choose validation rules.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Generated plumbing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84463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project builds with the package.</a:t>
            </a:r>
          </a:p>
          <a:p xmlns:a="http://schemas.openxmlformats.org/drawingml/2006/main">
            <a:pPr lvl="0">
              <a:buNone/>
            </a:pPr>
            <a:r>
              <a:t>App behavior stays the same.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73735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Mark state for generated properties.</a:t>
            </a:r>
          </a:p>
          <a:p xmlns:a="http://schemas.openxmlformats.org/drawingml/2006/main">
            <a:pPr lvl="0">
              <a:buNone/>
            </a:pPr>
            <a:r>
              <a:t>Keep binding names stable.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ObservableProperty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47601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Typing still updates the form.</a:t>
            </a:r>
          </a:p>
          <a:p xmlns:a="http://schemas.openxmlformats.org/drawingml/2006/main">
            <a:pPr lvl="0">
              <a:buNone/>
            </a:pPr>
            <a:r>
              <a:t>The live total still changes.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1E363-52FB-43A0-9816-5A1551B0C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ab3fec31a47a5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452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generated property can call a change hook.</a:t>
            </a:r>
          </a:p>
          <a:p xmlns:a="http://schemas.openxmlformats.org/drawingml/2006/main">
            <a:pPr lvl="0">
              <a:buNone/>
            </a:pPr>
            <a:r>
              <a:t>Use hooks to update validation and total.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Change hooks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21460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changed input updates the message.</a:t>
            </a:r>
          </a:p>
          <a:p xmlns:a="http://schemas.openxmlformats.org/drawingml/2006/main">
            <a:pPr lvl="0">
              <a:buNone/>
            </a:pPr>
            <a:r>
              <a:t>Submit state follows the input.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44181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Mark an action with RelayCommand.</a:t>
            </a:r>
          </a:p>
          <a:p xmlns:a="http://schemas.openxmlformats.org/drawingml/2006/main">
            <a:pPr lvl="0">
              <a:buNone/>
            </a:pPr>
            <a:r>
              <a:t>The toolkit generates the command property.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4: RelayCommand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96258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Submit and Cancel still work.</a:t>
            </a:r>
          </a:p>
          <a:p xmlns:a="http://schemas.openxmlformats.org/drawingml/2006/main">
            <a:pPr lvl="0">
              <a:buNone/>
            </a:pPr>
            <a:r>
              <a:t>The BOM commands still change rows.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3EE5F-BA7E-4BF2-8F33-4BBEC84BE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d4b1eb638439a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22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 can find a generated property from its field.</a:t>
            </a:r>
          </a:p>
          <a:p xmlns:a="http://schemas.openxmlformats.org/drawingml/2006/main">
            <a:pPr lvl="0">
              <a:buNone/>
            </a:pPr>
            <a:r>
              <a:t>I can trace a RelayCommand method to XAML.</a:t>
            </a:r>
          </a:p>
          <a:p xmlns:a="http://schemas.openxmlformats.org/drawingml/2006/main">
            <a:pPr lvl="0">
              <a:buNone/>
            </a:pPr>
            <a:r>
              <a:t>I can separate generated plumbing from business rules.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can now explain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90657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260EDC-725B-40CD-BB7B-480C01FE9D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MVVM Toolkit generators</a:t>
            </a:r>
          </a:p>
          <a:p xmlns:a="http://schemas.openxmlformats.org/drawingml/2006/main">
            <a:pPr lvl="0">
              <a:buNone/>
            </a:pPr>
            <a:r>
              <a:t>Search Microsoft Learn for this topic.</a:t>
            </a:r>
          </a:p>
          <a:p xmlns:a="http://schemas.openxmlformats.org/drawingml/2006/main">
            <a:pPr lvl="0">
              <a:buNone/>
            </a:pPr>
            <a:r>
              <a:t>Try one example in a small test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Read more in MAUI documentation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9622578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2026-10-15T21:19:19.4500000Z</dcterms:created>
  <dcterms:modified xsi:type="dcterms:W3CDTF">2026-10-15T21:19:19.4500000Z</dcterms:modified>
</coreProperties>
</file>