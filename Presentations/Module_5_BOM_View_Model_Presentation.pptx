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3abfd8771e14f7f" /><Relationship Type="http://schemas.openxmlformats.org/officeDocument/2006/relationships/extended-properties" Target="/docProps/app.xml" Id="Rbfab8b00a76f4845" /><Relationship Type="http://schemas.openxmlformats.org/officeDocument/2006/relationships/officeDocument" Target="/ppt/presentation.xml" Id="R5bd03721ee114ea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a2a1d0e74447e4"/>
  </p:sldMasterIdLst>
  <p:notesMasterIdLst>
    <p:notesMasterId xmlns:r="http://schemas.openxmlformats.org/officeDocument/2006/relationships" r:id="R28ee1a2fe75a4c5a"/>
  </p:notesMasterIdLst>
  <p:sldIdLst>
    <p:sldId xmlns:r="http://schemas.openxmlformats.org/officeDocument/2006/relationships" id="256" r:id="R84c224b32df04e12"/>
    <p:sldId xmlns:r="http://schemas.openxmlformats.org/officeDocument/2006/relationships" id="257" r:id="R082b6acc0d274722"/>
    <p:sldId xmlns:r="http://schemas.openxmlformats.org/officeDocument/2006/relationships" id="258" r:id="Rc17bee76567d4663"/>
    <p:sldId xmlns:r="http://schemas.openxmlformats.org/officeDocument/2006/relationships" id="259" r:id="R2b21c03e9b544a0f"/>
    <p:sldId xmlns:r="http://schemas.openxmlformats.org/officeDocument/2006/relationships" id="260" r:id="R1a96f870f2b04a4e"/>
    <p:sldId xmlns:r="http://schemas.openxmlformats.org/officeDocument/2006/relationships" id="261" r:id="R40a732e9cbb24240"/>
    <p:sldId xmlns:r="http://schemas.openxmlformats.org/officeDocument/2006/relationships" id="262" r:id="R69e6a4c5335a4cad"/>
    <p:sldId xmlns:r="http://schemas.openxmlformats.org/officeDocument/2006/relationships" id="263" r:id="R82b9aa020d7e44b0"/>
    <p:sldId xmlns:r="http://schemas.openxmlformats.org/officeDocument/2006/relationships" id="264" r:id="Rcf40ce1b9e0147a6"/>
    <p:sldId xmlns:r="http://schemas.openxmlformats.org/officeDocument/2006/relationships" id="265" r:id="R2374fbb7f1cb432b"/>
    <p:sldId xmlns:r="http://schemas.openxmlformats.org/officeDocument/2006/relationships" id="266" r:id="R55a1baacefa344d0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e50f588cac4cd4" /><Relationship Type="http://schemas.openxmlformats.org/officeDocument/2006/relationships/slideMaster" Target="/ppt/slideMasters/slideMaster1.xml" Id="Raea2a1d0e74447e4" /><Relationship Type="http://schemas.openxmlformats.org/officeDocument/2006/relationships/notesMaster" Target="/ppt/notesMasters/notesMaster1.xml" Id="R28ee1a2fe75a4c5a" /><Relationship Type="http://schemas.openxmlformats.org/officeDocument/2006/relationships/presProps" Target="/ppt/presProps.xml" Id="R26f550c382e94806" /><Relationship Type="http://schemas.openxmlformats.org/officeDocument/2006/relationships/viewProps" Target="/ppt/viewProps.xml" Id="Rc0c66f85b0474462" /><Relationship Type="http://schemas.openxmlformats.org/officeDocument/2006/relationships/tableStyles" Target="/ppt/tableStyles.xml" Id="R5bc7118c80774806" /><Relationship Type="http://schemas.openxmlformats.org/officeDocument/2006/relationships/slide" Target="/ppt/slides/slide1.xml" Id="R84c224b32df04e12" /><Relationship Type="http://schemas.openxmlformats.org/officeDocument/2006/relationships/slide" Target="/ppt/slides/slide2.xml" Id="R082b6acc0d274722" /><Relationship Type="http://schemas.openxmlformats.org/officeDocument/2006/relationships/slide" Target="/ppt/slides/slide3.xml" Id="Rc17bee76567d4663" /><Relationship Type="http://schemas.openxmlformats.org/officeDocument/2006/relationships/slide" Target="/ppt/slides/slide4.xml" Id="R2b21c03e9b544a0f" /><Relationship Type="http://schemas.openxmlformats.org/officeDocument/2006/relationships/slide" Target="/ppt/slides/slide5.xml" Id="R1a96f870f2b04a4e" /><Relationship Type="http://schemas.openxmlformats.org/officeDocument/2006/relationships/slide" Target="/ppt/slides/slide6.xml" Id="R40a732e9cbb24240" /><Relationship Type="http://schemas.openxmlformats.org/officeDocument/2006/relationships/slide" Target="/ppt/slides/slide7.xml" Id="R69e6a4c5335a4cad" /><Relationship Type="http://schemas.openxmlformats.org/officeDocument/2006/relationships/slide" Target="/ppt/slides/slide8.xml" Id="R82b9aa020d7e44b0" /><Relationship Type="http://schemas.openxmlformats.org/officeDocument/2006/relationships/slide" Target="/ppt/slides/slide9.xml" Id="Rcf40ce1b9e0147a6" /><Relationship Type="http://schemas.openxmlformats.org/officeDocument/2006/relationships/slide" Target="/ppt/slides/slide10.xml" Id="R2374fbb7f1cb432b" /><Relationship Type="http://schemas.openxmlformats.org/officeDocument/2006/relationships/slide" Target="/ppt/slides/slide11.xml" Id="R55a1baacefa344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2495675c0f40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c8b2c53e6874452" /><Relationship Type="http://schemas.openxmlformats.org/officeDocument/2006/relationships/notesMaster" Target="/ppt/notesMasters/notesMaster1.xml" Id="Ra10486207bf142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8b1b4a01fd42f5" /><Relationship Type="http://schemas.openxmlformats.org/officeDocument/2006/relationships/notesMaster" Target="/ppt/notesMasters/notesMaster1.xml" Id="Rf111891abfbb4ac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e21cd548f249d8" /><Relationship Type="http://schemas.openxmlformats.org/officeDocument/2006/relationships/notesMaster" Target="/ppt/notesMasters/notesMaster1.xml" Id="R51fe9444e9f3490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7e7b3f092cb4711" /><Relationship Type="http://schemas.openxmlformats.org/officeDocument/2006/relationships/notesMaster" Target="/ppt/notesMasters/notesMaster1.xml" Id="R0ba17b85345a43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a90b18c6774d94" /><Relationship Type="http://schemas.openxmlformats.org/officeDocument/2006/relationships/notesMaster" Target="/ppt/notesMasters/notesMaster1.xml" Id="Rd384007263224ef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3cdca632de84a2c" /><Relationship Type="http://schemas.openxmlformats.org/officeDocument/2006/relationships/notesMaster" Target="/ppt/notesMasters/notesMaster1.xml" Id="R6c80b7512b7040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2c0725a319e4ce0" /><Relationship Type="http://schemas.openxmlformats.org/officeDocument/2006/relationships/notesMaster" Target="/ppt/notesMasters/notesMaster1.xml" Id="Rcca8673971f842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561a9d12179419d" /><Relationship Type="http://schemas.openxmlformats.org/officeDocument/2006/relationships/notesMaster" Target="/ppt/notesMasters/notesMaster1.xml" Id="R3572fb317bfd402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3a9e2ec9c774b23" /><Relationship Type="http://schemas.openxmlformats.org/officeDocument/2006/relationships/notesMaster" Target="/ppt/notesMasters/notesMaster1.xml" Id="R57afe041c6bd41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2208271cc34460e" /><Relationship Type="http://schemas.openxmlformats.org/officeDocument/2006/relationships/notesMaster" Target="/ppt/notesMasters/notesMaster1.xml" Id="R9de9e552634b48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e1d0366552147af" /><Relationship Type="http://schemas.openxmlformats.org/officeDocument/2006/relationships/notesMaster" Target="/ppt/notesMasters/notesMaster1.xml" Id="R0942e13cbc7044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Module 5. Open the matching Word tutorial after the exercise overview.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work for Module 5. Show the expected app result before students start. Source: Module 5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1: explain these concepts. Ask students to predict what the change will do. Then open Step 1 in the Word tutorial. Source: Module 5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1: run the app or inspect the code. Ask students to explain the observed result. Source: Module 5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2: explain these concepts. Ask students to predict what the change will do. Then open Step 2 in the Word tutorial. Source: Module 5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2: run the app or inspect the code. Ask students to explain the observed result. Source: Module 5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4: explain these concepts. Ask students to predict what the change will do. Then open Step 4 in the Word tutorial. Source: Module 5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4: run the app or inspect the code. Ask students to explain the observed result. Source: Module 5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5: explain these concepts. Ask students to predict what the change will do. Then open Step 5 in the Word tutorial. Source: Module 5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5: run the app or inspect the code. Ask students to explain the observed result. Source: Module 5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final tutorial checklist. Ask students to explain the module concept without reading code. Source: Module 5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8f12b6811fc4609" /><Relationship Type="http://schemas.openxmlformats.org/officeDocument/2006/relationships/image" Target="/ppt/media/image.png" Id="Rc974c72b0d2c4e4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f01eab5e7c45c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19846e27034e0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2318a42fc44b9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46f58c4ffd4d8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3544a993f8402c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ba9928376c4182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86b85b6689463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e53f9c6cab94d4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cc34ea90de4e53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51dae4c318a4358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!!Rectangle">
            <a:extLst xmlns:a="http://schemas.openxmlformats.org/drawingml/2006/main">
              <a:ext uri="{FF2B5EF4-FFF2-40B4-BE49-F238E27FC236}">
                <a16:creationId xmlns:a16="http://schemas.microsoft.com/office/drawing/2014/main" id="{A8337851-1C2F-255A-B02C-62D7A1CC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7700AEB8-6410-4F52-B44F-528032D9CE4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74c72b0d2c4e43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493" y="280600"/>
            <a:ext cx="7249014" cy="7178499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B19A28E-E483-5B65-D3DF-993E4D1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20140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5CDC6E-08BA-8B17-B723-AEBCF89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41202"/>
            <a:ext cx="10506456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5143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013" b="0" i="0" u="none" strike="noStrik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1CB261-2291-4BDC-81DF-D1CD1EBD93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2876" y="970226"/>
            <a:ext cx="10363200" cy="214947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000" b="1" kern="1200">
                <a:solidFill>
                  <a:schemeClr val="bg1"/>
                </a:solidFill>
                <a:latin typeface="Orbitron"/>
                <a:ea typeface="Orbitron"/>
                <a:cs typeface="Orbitron"/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C28620B-B0CF-43EF-9615-6AC63887609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12879" y="3396875"/>
            <a:ext cx="10363199" cy="26151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60735" indent="-160735" algn="l">
              <a:buFont typeface="Arial"/>
              <a:buChar char="•"/>
              <a:defRPr sz="2000" kern="1200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2AE8796-866F-4126-BCD8-3B69B22716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B39E360-EC00-4F6F-B1E3-6911E6E63B6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F7114E1-5B1D-4280-A97C-EBEBBE8C42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042D97-83DB-BE5F-E8CD-8D278F42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71" y="546847"/>
            <a:ext cx="1016000" cy="2584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3AD6A2-01E0-4D2B-8055-F4378782B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CF3D129-6CBF-44C8-8B96-24D4B7E08D1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632EAB-CFB5-4B03-AA93-EC51131E1B1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D38617-9F5D-4C5C-BBE5-7F1290A293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30024" y="6356355"/>
            <a:ext cx="22112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7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0FA909B-95CB-4B85-9F30-4DB29DCAF3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5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225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C7849BB-4D50-4774-ABE3-90D360F1B7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5A48581-4593-4C07-ADD8-A09CCCCA5CC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1FCCE7-CA72-4A11-B5CE-1E965407AB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EEB0E7B-B5BD-4404-9169-964D224B15E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46F161-D771-478D-8F5B-20C0298627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401DF88-B096-425C-B56D-575EEDB0720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CE5511D-CBC1-4A66-80D1-2B72D14219D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6725DDE-1C2A-4D7E-BA81-FC68D77058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4003786-119E-488F-B6F3-93835E59775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AD79618-B21B-4133-9CBD-BA781F28C2D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5B02B8C-55AA-4EC6-885B-09F2825E55A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39E114D-7154-45FE-B5E0-58A70DDABE1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2184A191-34DC-4CFD-81DD-4F7DEB4C67D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D99D6EC-5FFC-47D0-B987-929E49DFF5C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70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290697B-7982-416D-B09D-FA58EB240F2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70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DEC7263-4029-4078-8946-24691D6C39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DC37F249-7F75-44B4-826F-C4D4E3460A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F09B1D2-1C25-4B7D-B661-2133D06345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FF93A41-6B66-4C8C-889B-430B4A038B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5AEBEA8-C774-4916-B08F-7E11DDCB0F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FB8A954-5036-47A4-A5EA-62DAD2C339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FA7EF45B-895A-4B38-9DDE-8F7E3224FAE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6B93E088-13F7-40D5-9CD1-607034F658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0864457D-B54B-4910-A81D-B749116EF9E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2B19A91-BFB6-4EED-A167-78A9311659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5005B3E-B1D8-4AF4-9A08-48B922D85D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3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EA463CD-6596-49D8-B7D2-038C93D1546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5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575"/>
            </a:lvl2pPr>
            <a:lvl3pPr>
              <a:buNone/>
              <a:defRPr sz="1350"/>
            </a:lvl3pPr>
            <a:lvl4pPr>
              <a:buNone/>
              <a:defRPr sz="1125"/>
            </a:lvl4pPr>
            <a:lvl5pPr>
              <a:buNone/>
              <a:defRPr sz="1125"/>
            </a:lvl5pPr>
            <a:lvl6pPr>
              <a:buNone/>
              <a:defRPr sz="1125"/>
            </a:lvl6pPr>
            <a:lvl7pPr>
              <a:buNone/>
              <a:defRPr sz="1125"/>
            </a:lvl7pPr>
            <a:lvl8pPr>
              <a:buNone/>
              <a:defRPr sz="1125"/>
            </a:lvl8pPr>
            <a:lvl9pPr>
              <a:buNone/>
              <a:defRPr sz="1125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F3BCD76-3BC3-43DB-8E68-AC1E6FD8CB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3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4FA86BF-F4BB-439B-9E47-D09C5B53FD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53253FE-05F0-4A3D-AC10-B2A305CCF4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B433FB-F8C0-4AC2-B218-1CAB8797FF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7E619D0-1795-4A2C-8ED8-EDCAD326F7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0DB09D77-2177-470A-978D-76944E07E91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8914174-8D74-4EAC-B5DC-F751C8722C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604A502-2367-4BB6-BE6F-46BF2F92CF8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148BAA1-08A6-4FB3-81CB-DA34E28C2B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D8F041D-A7FF-4D0A-BDE4-C6FB3728E3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236E0AB-680B-426B-9AB2-BC1429D4ED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DF5A064-D2E7-4577-97EE-F77F2236BF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1A45051-F172-4580-93BD-447353D0990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63755B3-3FB6-459F-A86D-B72F2170736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4C72C4F-E543-4D6A-9093-140C4269B8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827FB11C-9488-4C6C-85FF-6F208416008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3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90CA9B-4551-4FE3-BC58-280980F45E5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3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F7B17E7-FDC5-41EF-95BE-CACEEE4987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54FC9D6-255E-4EA2-8535-7472A82E55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F7B2903-FA99-4C21-8486-1F46CA0389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8f3d9ad8972f4a30" /><Relationship Type="http://schemas.openxmlformats.org/officeDocument/2006/relationships/theme" Target="/ppt/slideMasters/theme/theme2.xml" Id="R08a92ec34cb640e0" /><Relationship Type="http://schemas.openxmlformats.org/officeDocument/2006/relationships/slideLayout" Target="/ppt/slideLayouts/slideLayout1.xml" Id="Rf8156f005beb4ca7" /><Relationship Type="http://schemas.openxmlformats.org/officeDocument/2006/relationships/slideLayout" Target="/ppt/slideLayouts/slideLayout2.xml" Id="R8ae38867c36246c2" /><Relationship Type="http://schemas.openxmlformats.org/officeDocument/2006/relationships/slideLayout" Target="/ppt/slideLayouts/slideLayout3.xml" Id="R839987985ff84c3f" /><Relationship Type="http://schemas.openxmlformats.org/officeDocument/2006/relationships/slideLayout" Target="/ppt/slideLayouts/slideLayout4.xml" Id="Rc5e161e3c5054abd" /><Relationship Type="http://schemas.openxmlformats.org/officeDocument/2006/relationships/slideLayout" Target="/ppt/slideLayouts/slideLayout5.xml" Id="R46ffa625b52541ea" /><Relationship Type="http://schemas.openxmlformats.org/officeDocument/2006/relationships/slideLayout" Target="/ppt/slideLayouts/slideLayout6.xml" Id="R86e2e31c229e42d6" /><Relationship Type="http://schemas.openxmlformats.org/officeDocument/2006/relationships/slideLayout" Target="/ppt/slideLayouts/slideLayout7.xml" Id="Ra62cde0b9db24e46" /><Relationship Type="http://schemas.openxmlformats.org/officeDocument/2006/relationships/slideLayout" Target="/ppt/slideLayouts/slideLayout8.xml" Id="Rb8a447fb51f743d6" /><Relationship Type="http://schemas.openxmlformats.org/officeDocument/2006/relationships/slideLayout" Target="/ppt/slideLayouts/slideLayout9.xml" Id="R170164844fc34a9d" /><Relationship Type="http://schemas.openxmlformats.org/officeDocument/2006/relationships/slideLayout" Target="/ppt/slideLayouts/slideLayout10.xml" Id="Rdb2a400d13404169" /><Relationship Type="http://schemas.openxmlformats.org/officeDocument/2006/relationships/slideLayout" Target="/ppt/slideLayouts/slideLayout11.xml" Id="R41e358bd0a8a421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C2411B1-7FE4-41DD-AACF-17BF2B3381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7BA4656-13B3-413C-A277-2E41E4630F6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5"/>
            <a:ext cx="109728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36762C-8C5B-4C62-8C57-33EA310538F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AB0C35-51FB-4F3E-8C18-164B391668B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5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5AAB7FF-9CFC-42C7-9E87-245F2CBC580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FF8B5E09-C0B9-4F73-B37F-DC913536ED5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3d9ad8972f4a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12386" y="5899161"/>
            <a:ext cx="1590269" cy="1574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156f005beb4ca7"/>
    <p:sldLayoutId xmlns:r="http://schemas.openxmlformats.org/officeDocument/2006/relationships" id="2147483650" r:id="R8ae38867c36246c2"/>
    <p:sldLayoutId xmlns:r="http://schemas.openxmlformats.org/officeDocument/2006/relationships" id="2147483651" r:id="R839987985ff84c3f"/>
    <p:sldLayoutId xmlns:r="http://schemas.openxmlformats.org/officeDocument/2006/relationships" id="2147483652" r:id="Rc5e161e3c5054abd"/>
    <p:sldLayoutId xmlns:r="http://schemas.openxmlformats.org/officeDocument/2006/relationships" id="2147483653" r:id="R46ffa625b52541ea"/>
    <p:sldLayoutId xmlns:r="http://schemas.openxmlformats.org/officeDocument/2006/relationships" id="2147483654" r:id="R86e2e31c229e42d6"/>
    <p:sldLayoutId xmlns:r="http://schemas.openxmlformats.org/officeDocument/2006/relationships" id="2147483655" r:id="Ra62cde0b9db24e46"/>
    <p:sldLayoutId xmlns:r="http://schemas.openxmlformats.org/officeDocument/2006/relationships" id="2147483656" r:id="Rb8a447fb51f743d6"/>
    <p:sldLayoutId xmlns:r="http://schemas.openxmlformats.org/officeDocument/2006/relationships" id="2147483657" r:id="R170164844fc34a9d"/>
    <p:sldLayoutId xmlns:r="http://schemas.openxmlformats.org/officeDocument/2006/relationships" id="2147483658" r:id="Rdb2a400d13404169"/>
    <p:sldLayoutId xmlns:r="http://schemas.openxmlformats.org/officeDocument/2006/relationships" id="2147483659" r:id="R41e358bd0a8a4219"/>
  </p:sldLayoutIdLst>
  <p:txStyles>
    <p:titleStyle>
      <a:lvl1pPr xmlns:a="http://schemas.openxmlformats.org/drawingml/2006/main" algn="ctr" defTabSz="257175">
        <a:spcBef>
          <a:spcPct val="0"/>
        </a:spcBef>
        <a:buNone/>
        <a:defRPr sz="4000" kern="1200">
          <a:solidFill>
            <a:srgbClr val="C19B57"/>
          </a:solidFill>
          <a:latin typeface="Orbitron"/>
          <a:ea typeface="Orbitron"/>
          <a:cs typeface="Orbitron"/>
        </a:defRPr>
      </a:lvl1pPr>
    </p:titleStyle>
    <p:bodyStyle>
      <a:lvl1pPr xmlns:a="http://schemas.openxmlformats.org/drawingml/2006/main" marL="192881" indent="-192881" algn="l" defTabSz="257175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Source Sans 3"/>
          <a:ea typeface="Source Sans 3"/>
          <a:cs typeface="Source Sans 3"/>
        </a:defRPr>
      </a:lvl1pPr>
      <a:lvl2pPr xmlns:a="http://schemas.openxmlformats.org/drawingml/2006/main" marL="417910" indent="-160735" algn="l" defTabSz="257175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Source Sans 3"/>
          <a:ea typeface="Source Sans 3"/>
          <a:cs typeface="Source Sans 3"/>
        </a:defRPr>
      </a:lvl2pPr>
      <a:lvl3pPr xmlns:a="http://schemas.openxmlformats.org/drawingml/2006/main" marL="642938" indent="-128588" algn="l" defTabSz="257175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Source Sans 3"/>
          <a:ea typeface="Source Sans 3"/>
          <a:cs typeface="Source Sans 3"/>
        </a:defRPr>
      </a:lvl3pPr>
      <a:lvl4pPr xmlns:a="http://schemas.openxmlformats.org/drawingml/2006/main" marL="900113" indent="-128588" algn="l" defTabSz="257175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4pPr>
      <a:lvl5pPr xmlns:a="http://schemas.openxmlformats.org/drawingml/2006/main" marL="1157288" indent="-128588" algn="l" defTabSz="257175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5pPr>
      <a:lvl6pPr xmlns:a="http://schemas.openxmlformats.org/drawingml/2006/main" marL="141446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67163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92881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18598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571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143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715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0287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2858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5430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8002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0574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2f5bcd9e1645d5" /><Relationship Type="http://schemas.openxmlformats.org/officeDocument/2006/relationships/notesSlide" Target="/ppt/notesSlides/notesSlide1.xml" Id="R36756f3884d6476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2fd0486d974461" /><Relationship Type="http://schemas.openxmlformats.org/officeDocument/2006/relationships/notesSlide" Target="/ppt/notesSlides/notesSlide2.xml" Id="Rb50d713ce76c463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21c85017d7434f" /><Relationship Type="http://schemas.openxmlformats.org/officeDocument/2006/relationships/notesSlide" Target="/ppt/notesSlides/notesSlide3.xml" Id="R8683525afa1840a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9eee6aaaeed42fa" /><Relationship Type="http://schemas.openxmlformats.org/officeDocument/2006/relationships/image" Target="/ppt/media/image2.png" Id="Ree7bf7bce1a34e5c" /><Relationship Type="http://schemas.openxmlformats.org/officeDocument/2006/relationships/notesSlide" Target="/ppt/notesSlides/notesSlide4.xml" Id="R6fe39a2079924c1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295a8a9eda43b8" /><Relationship Type="http://schemas.openxmlformats.org/officeDocument/2006/relationships/notesSlide" Target="/ppt/notesSlides/notesSlide5.xml" Id="Rdf3349e2871a4e3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7d8521b5bb2410c" /><Relationship Type="http://schemas.openxmlformats.org/officeDocument/2006/relationships/image" Target="/ppt/media/image3.png" Id="R931bdbc50a114a08" /><Relationship Type="http://schemas.openxmlformats.org/officeDocument/2006/relationships/notesSlide" Target="/ppt/notesSlides/notesSlide6.xml" Id="Rd1f80372f7db465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a44394c59034ca7" /><Relationship Type="http://schemas.openxmlformats.org/officeDocument/2006/relationships/notesSlide" Target="/ppt/notesSlides/notesSlide7.xml" Id="Rbf2dc24a175c4e2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e5e12e298f246a0" /><Relationship Type="http://schemas.openxmlformats.org/officeDocument/2006/relationships/image" Target="/ppt/media/image4.png" Id="R28ae653610934add" /><Relationship Type="http://schemas.openxmlformats.org/officeDocument/2006/relationships/notesSlide" Target="/ppt/notesSlides/notesSlide8.xml" Id="R1c14500e61124ba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8bdba7b3e134956" /><Relationship Type="http://schemas.openxmlformats.org/officeDocument/2006/relationships/notesSlide" Target="/ppt/notesSlides/notesSlide9.xml" Id="R62014e2b6aba48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0bde0b9618643f7" /><Relationship Type="http://schemas.openxmlformats.org/officeDocument/2006/relationships/image" Target="/ppt/media/image5.png" Id="R6fe636dd96c14f1a" /><Relationship Type="http://schemas.openxmlformats.org/officeDocument/2006/relationships/notesSlide" Target="/ppt/notesSlides/notesSlide10.xml" Id="R73d31d65f72144b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7cc9e53ffb4a62" /><Relationship Type="http://schemas.openxmlformats.org/officeDocument/2006/relationships/notesSlide" Target="/ppt/notesSlides/notesSlide11.xml" Id="Raf93944f50db4209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45A441A-7637-3DF3-0B4A-831210D634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5 BOM View Model</a:t>
            </a:r>
            <a:endParaRPr/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CC02DA-BF9B-57F9-BEC0-E5AE4CC39E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IoT Project Cost Estimator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75400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3AD6A2-01E0-4D2B-8055-F4378782B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Move list actions into a view model.</a:t>
            </a:r>
          </a:p>
          <a:p xmlns:a="http://schemas.openxmlformats.org/drawingml/2006/main">
            <a:pPr lvl="0">
              <a:buNone/>
            </a:pPr>
            <a:r>
              <a:t>Pass the selected row to Edit and Delete.</a:t>
            </a:r>
          </a:p>
          <a:p xmlns:a="http://schemas.openxmlformats.org/drawingml/2006/main">
            <a:pPr lvl="0">
              <a:buNone/>
            </a:pPr>
            <a:r>
              <a:t>Keep the current manual refresh.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Exercise overview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3886517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3AD6A2-01E0-4D2B-8055-F4378782B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BOM view model owns the item list.</a:t>
            </a:r>
          </a:p>
          <a:p xmlns:a="http://schemas.openxmlformats.org/drawingml/2006/main">
            <a:pPr lvl="0">
              <a:buNone/>
            </a:pPr>
            <a:r>
              <a:t>The page binds to its Items property.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List ownership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5468323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3AD6A2-01E0-4D2B-8055-F4378782B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same rows still appear.</a:t>
            </a:r>
          </a:p>
          <a:p xmlns:a="http://schemas.openxmlformats.org/drawingml/2006/main">
            <a:pPr lvl="0">
              <a:buNone/>
            </a:pPr>
            <a:r>
              <a:t>The page no longer stores the list.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0172B-DF82-4931-8A1A-84578BCEE6C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7bf7bce1a34e5c"/>
          <a:stretch xmlns:a="http://schemas.openxmlformats.org/drawingml/2006/main"/>
        </p:blipFill>
        <p:spPr>
          <a:xfrm xmlns:a="http://schemas.openxmlformats.org/drawingml/2006/main">
            <a:off x="3505200" y="3190875"/>
            <a:ext cx="5181600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537285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3AD6A2-01E0-4D2B-8055-F4378782B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Add button binds to a command.</a:t>
            </a:r>
          </a:p>
          <a:p xmlns:a="http://schemas.openxmlformats.org/drawingml/2006/main">
            <a:pPr lvl="0">
              <a:buNone/>
            </a:pPr>
            <a:r>
              <a:t>The view model requests the editor.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Add command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83952938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3AD6A2-01E0-4D2B-8055-F4378782B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Add opens a blank editor.</a:t>
            </a:r>
          </a:p>
          <a:p xmlns:a="http://schemas.openxmlformats.org/drawingml/2006/main">
            <a:pPr lvl="0">
              <a:buNone/>
            </a:pPr>
            <a:r>
              <a:t>Submit adds the returned item.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5D377-307A-4FE3-9DC6-07526C36D2A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1bdbc50a114a08"/>
          <a:stretch xmlns:a="http://schemas.openxmlformats.org/drawingml/2006/main"/>
        </p:blipFill>
        <p:spPr>
          <a:xfrm xmlns:a="http://schemas.openxmlformats.org/drawingml/2006/main">
            <a:off x="3505200" y="3190875"/>
            <a:ext cx="5181600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39401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3AD6A2-01E0-4D2B-8055-F4378782B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Each row has its own MaterialItem.</a:t>
            </a:r>
          </a:p>
          <a:p xmlns:a="http://schemas.openxmlformats.org/drawingml/2006/main">
            <a:pPr lvl="0">
              <a:buNone/>
            </a:pPr>
            <a:r>
              <a:t>CommandParameter passes that item to Edit.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 CommandParameter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3037311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3AD6A2-01E0-4D2B-8055-F4378782B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Edit opens the selected row.</a:t>
            </a:r>
          </a:p>
          <a:p xmlns:a="http://schemas.openxmlformats.org/drawingml/2006/main">
            <a:pPr lvl="0">
              <a:buNone/>
            </a:pPr>
            <a:r>
              <a:t>Its values appear in the form.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4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14F94A-CF4E-43FD-8746-3698A5FD8A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ae653610934add"/>
          <a:stretch xmlns:a="http://schemas.openxmlformats.org/drawingml/2006/main"/>
        </p:blipFill>
        <p:spPr>
          <a:xfrm xmlns:a="http://schemas.openxmlformats.org/drawingml/2006/main">
            <a:off x="3505200" y="3190875"/>
            <a:ext cx="5181600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601946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3AD6A2-01E0-4D2B-8055-F4378782B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Delete also receives the row item.</a:t>
            </a:r>
          </a:p>
          <a:p xmlns:a="http://schemas.openxmlformats.org/drawingml/2006/main">
            <a:pPr lvl="0">
              <a:buNone/>
            </a:pPr>
            <a:r>
              <a:t>The page still asks for confirmation.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 Delete command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36260090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3AD6A2-01E0-4D2B-8055-F4378782B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No keeps the row.</a:t>
            </a:r>
          </a:p>
          <a:p xmlns:a="http://schemas.openxmlformats.org/drawingml/2006/main">
            <a:pPr lvl="0">
              <a:buNone/>
            </a:pPr>
            <a:r>
              <a:t>Yes removes the selected row.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ACDD98-D2CB-48A0-A746-83625475C0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e636dd96c14f1a"/>
          <a:stretch xmlns:a="http://schemas.openxmlformats.org/drawingml/2006/main"/>
        </p:blipFill>
        <p:spPr>
          <a:xfrm xmlns:a="http://schemas.openxmlformats.org/drawingml/2006/main">
            <a:off x="3505200" y="3190875"/>
            <a:ext cx="5181600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00380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D3AD6A2-01E0-4D2B-8055-F4378782B59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Show the completed app workflow.</a:t>
            </a:r>
          </a:p>
          <a:p xmlns:a="http://schemas.openxmlformats.org/drawingml/2006/main">
            <a:pPr lvl="0">
              <a:buNone/>
            </a:pPr>
            <a:r>
              <a:t>Explain which responsibility changed.</a:t>
            </a:r>
          </a:p>
          <a:p xmlns:a="http://schemas.openxmlformats.org/drawingml/2006/main">
            <a:pPr lvl="0">
              <a:buNone/>
            </a:pPr>
            <a:r>
              <a:t>Check the result before the next module.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Module review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29222834"/>
      </p:ext>
    </p:extLst>
  </p:cSld>
</p:sld>
</file>

<file path=ppt/theme/theme1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2026-10-15T21:03:04.6510000Z</dcterms:created>
  <dcterms:modified xsi:type="dcterms:W3CDTF">2026-10-15T21:03:04.6510000Z</dcterms:modified>
</coreProperties>
</file>