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e248d0dc534bfc" /><Relationship Type="http://schemas.openxmlformats.org/officeDocument/2006/relationships/extended-properties" Target="/docProps/app.xml" Id="Rb2bf62ad655842e7" /><Relationship Type="http://schemas.openxmlformats.org/officeDocument/2006/relationships/officeDocument" Target="/ppt/presentation.xml" Id="R4aa7e4c901604c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c74e162336491f"/>
  </p:sldMasterIdLst>
  <p:notesMasterIdLst>
    <p:notesMasterId xmlns:r="http://schemas.openxmlformats.org/officeDocument/2006/relationships" r:id="R3e5146cb7db24fda"/>
  </p:notesMasterIdLst>
  <p:sldIdLst>
    <p:sldId xmlns:r="http://schemas.openxmlformats.org/officeDocument/2006/relationships" id="256" r:id="R46a57fbd1bd94a9a"/>
    <p:sldId xmlns:r="http://schemas.openxmlformats.org/officeDocument/2006/relationships" id="257" r:id="Re1be2b05bda04560"/>
    <p:sldId xmlns:r="http://schemas.openxmlformats.org/officeDocument/2006/relationships" id="258" r:id="Ra46356b2d6bc4af5"/>
    <p:sldId xmlns:r="http://schemas.openxmlformats.org/officeDocument/2006/relationships" id="259" r:id="Rce89727c28fe4ab0"/>
    <p:sldId xmlns:r="http://schemas.openxmlformats.org/officeDocument/2006/relationships" id="260" r:id="R7e81e4f5d97f49fc"/>
    <p:sldId xmlns:r="http://schemas.openxmlformats.org/officeDocument/2006/relationships" id="261" r:id="R7ae57eaf332648c9"/>
    <p:sldId xmlns:r="http://schemas.openxmlformats.org/officeDocument/2006/relationships" id="262" r:id="Rd47e0ee4c3e44373"/>
    <p:sldId xmlns:r="http://schemas.openxmlformats.org/officeDocument/2006/relationships" id="263" r:id="Rb49e6afaab9c4908"/>
    <p:sldId xmlns:r="http://schemas.openxmlformats.org/officeDocument/2006/relationships" id="264" r:id="R9c05852e3f284efb"/>
    <p:sldId xmlns:r="http://schemas.openxmlformats.org/officeDocument/2006/relationships" id="265" r:id="R0ab07ddbb0ba4d19"/>
    <p:sldId xmlns:r="http://schemas.openxmlformats.org/officeDocument/2006/relationships" id="266" r:id="R7f71a17f45ad446a"/>
    <p:sldId xmlns:r="http://schemas.openxmlformats.org/officeDocument/2006/relationships" id="267" r:id="R813a49497d884a5c"/>
    <p:sldId xmlns:r="http://schemas.openxmlformats.org/officeDocument/2006/relationships" id="268" r:id="R181b4d1708a44dc8"/>
    <p:sldId xmlns:r="http://schemas.openxmlformats.org/officeDocument/2006/relationships" id="269" r:id="R4fdfef8dc7f743f5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f0cb6c7f8e4462" /><Relationship Type="http://schemas.openxmlformats.org/officeDocument/2006/relationships/slideMaster" Target="/ppt/slideMasters/slideMaster1.xml" Id="R65c74e162336491f" /><Relationship Type="http://schemas.openxmlformats.org/officeDocument/2006/relationships/notesMaster" Target="/ppt/notesMasters/notesMaster1.xml" Id="R3e5146cb7db24fda" /><Relationship Type="http://schemas.openxmlformats.org/officeDocument/2006/relationships/presProps" Target="/ppt/presProps.xml" Id="R59932dacf7614e4f" /><Relationship Type="http://schemas.openxmlformats.org/officeDocument/2006/relationships/viewProps" Target="/ppt/viewProps.xml" Id="Rc3917dfc23724a6e" /><Relationship Type="http://schemas.openxmlformats.org/officeDocument/2006/relationships/tableStyles" Target="/ppt/tableStyles.xml" Id="Rb2b1c42ffebe4fa3" /><Relationship Type="http://schemas.openxmlformats.org/officeDocument/2006/relationships/slide" Target="/ppt/slides/slide1.xml" Id="R46a57fbd1bd94a9a" /><Relationship Type="http://schemas.openxmlformats.org/officeDocument/2006/relationships/slide" Target="/ppt/slides/slide2.xml" Id="Re1be2b05bda04560" /><Relationship Type="http://schemas.openxmlformats.org/officeDocument/2006/relationships/slide" Target="/ppt/slides/slide3.xml" Id="Ra46356b2d6bc4af5" /><Relationship Type="http://schemas.openxmlformats.org/officeDocument/2006/relationships/slide" Target="/ppt/slides/slide4.xml" Id="Rce89727c28fe4ab0" /><Relationship Type="http://schemas.openxmlformats.org/officeDocument/2006/relationships/slide" Target="/ppt/slides/slide5.xml" Id="R7e81e4f5d97f49fc" /><Relationship Type="http://schemas.openxmlformats.org/officeDocument/2006/relationships/slide" Target="/ppt/slides/slide6.xml" Id="R7ae57eaf332648c9" /><Relationship Type="http://schemas.openxmlformats.org/officeDocument/2006/relationships/slide" Target="/ppt/slides/slide7.xml" Id="Rd47e0ee4c3e44373" /><Relationship Type="http://schemas.openxmlformats.org/officeDocument/2006/relationships/slide" Target="/ppt/slides/slide8.xml" Id="Rb49e6afaab9c4908" /><Relationship Type="http://schemas.openxmlformats.org/officeDocument/2006/relationships/slide" Target="/ppt/slides/slide9.xml" Id="R9c05852e3f284efb" /><Relationship Type="http://schemas.openxmlformats.org/officeDocument/2006/relationships/slide" Target="/ppt/slides/slide10.xml" Id="R0ab07ddbb0ba4d19" /><Relationship Type="http://schemas.openxmlformats.org/officeDocument/2006/relationships/slide" Target="/ppt/slides/slide11.xml" Id="R7f71a17f45ad446a" /><Relationship Type="http://schemas.openxmlformats.org/officeDocument/2006/relationships/slide" Target="/ppt/slides/slide12.xml" Id="R813a49497d884a5c" /><Relationship Type="http://schemas.openxmlformats.org/officeDocument/2006/relationships/slide" Target="/ppt/slides/slide13.xml" Id="R181b4d1708a44dc8" /><Relationship Type="http://schemas.openxmlformats.org/officeDocument/2006/relationships/slide" Target="/ppt/slides/slide14.xml" Id="R4fdfef8dc7f743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202619968441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de541760da4c8d" /><Relationship Type="http://schemas.openxmlformats.org/officeDocument/2006/relationships/notesMaster" Target="/ppt/notesMasters/notesMaster1.xml" Id="R00738daaa82743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73f9408dde42ee" /><Relationship Type="http://schemas.openxmlformats.org/officeDocument/2006/relationships/notesMaster" Target="/ppt/notesMasters/notesMaster1.xml" Id="Rc773b7395f144a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c909dafece4e7f" /><Relationship Type="http://schemas.openxmlformats.org/officeDocument/2006/relationships/notesMaster" Target="/ppt/notesMasters/notesMaster1.xml" Id="R05a1189f549d42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426fbce98945fb" /><Relationship Type="http://schemas.openxmlformats.org/officeDocument/2006/relationships/notesMaster" Target="/ppt/notesMasters/notesMaster1.xml" Id="R0fffd8c6ef4845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55688b2cff45b3" /><Relationship Type="http://schemas.openxmlformats.org/officeDocument/2006/relationships/notesMaster" Target="/ppt/notesMasters/notesMaster1.xml" Id="R12c969bf337b40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55ee90fdde4826" /><Relationship Type="http://schemas.openxmlformats.org/officeDocument/2006/relationships/notesMaster" Target="/ppt/notesMasters/notesMaster1.xml" Id="R1864956a0a8346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1451e2008c40ee" /><Relationship Type="http://schemas.openxmlformats.org/officeDocument/2006/relationships/notesMaster" Target="/ppt/notesMasters/notesMaster1.xml" Id="R642b650befb44a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1aab64ab464527" /><Relationship Type="http://schemas.openxmlformats.org/officeDocument/2006/relationships/notesMaster" Target="/ppt/notesMasters/notesMaster1.xml" Id="Rd6c0e83bcb5647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2b0711b9e84654" /><Relationship Type="http://schemas.openxmlformats.org/officeDocument/2006/relationships/notesMaster" Target="/ppt/notesMasters/notesMaster1.xml" Id="R612ddf74ba604c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f7111e960e4d01" /><Relationship Type="http://schemas.openxmlformats.org/officeDocument/2006/relationships/notesMaster" Target="/ppt/notesMasters/notesMaster1.xml" Id="R7a8128ef67594b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3e7dfdd31946f1" /><Relationship Type="http://schemas.openxmlformats.org/officeDocument/2006/relationships/notesMaster" Target="/ppt/notesMasters/notesMaster1.xml" Id="Re69358492caa47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b8d59bb24b426d" /><Relationship Type="http://schemas.openxmlformats.org/officeDocument/2006/relationships/notesMaster" Target="/ppt/notesMasters/notesMaster1.xml" Id="Rc210fca4761e4c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931775131e498a" /><Relationship Type="http://schemas.openxmlformats.org/officeDocument/2006/relationships/notesMaster" Target="/ppt/notesMasters/notesMaster1.xml" Id="R6270886b2f1642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cb0279abfa4e0b" /><Relationship Type="http://schemas.openxmlformats.org/officeDocument/2006/relationships/notesMaster" Target="/ppt/notesMasters/notesMaster1.xml" Id="R40c9afd5fe724c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the matching Word tutorial after the exercise overview. Source: Module 5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the outcome before they start. Source: Module 5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framework idea before the first exercise step. MAUI documentation: https://learn.microsoft.com/dotnet/maui/fundamentals/data-binding/basic-bindings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identify the C# object, the XAML control, and the connection between them. Source: Module 5 Word tutorial. MAUI documentation: https://learn.microsoft.com/dotnet/maui/fundamentals/data-binding/basic-bindings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1: explain these concepts. Ask students to predict what the change will do. Then open Step 1 in the Word tutorial. Source: Module 5 Word tutorial. Related MAUI documentation: https://learn.microsoft.com/dotnet/maui/fundamentals/data-binding/basic-bindings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1: run the app or inspect the code. Ask students to explain the observed result. Source: Module 5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2: explain these concepts. Ask students to predict what the change will do. Then open Step 2 in the Word tutorial. Source: Module 5 Word tutorial. Related MAUI documentation: https://learn.microsoft.com/dotnet/maui/fundamentals/data-binding/basic-bindings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2: run the app or inspect the code. Ask students to explain the observed result. Source: Module 5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4: explain these concepts. Ask students to predict what the change will do. Then open Step 4 in the Word tutorial. Source: Module 5 Word tutorial. Related MAUI documentation: https://learn.microsoft.com/dotnet/maui/fundamentals/data-binding/basic-bindings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4: run the app or inspect the code. Ask students to explain the observed result. Source: Module 5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5: explain these concepts. Ask students to predict what the change will do. Then open Step 5 in the Word tutorial. Source: Module 5 Word tutorial. Related MAUI documentation: https://learn.microsoft.com/dotnet/maui/fundamentals/data-binding/basic-bindings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5: run the app or inspect the code. Ask students to explain the observed result. Source: Module 5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final tutorial checklist. Ask students to explain the module concept without reading code. Source: Module 5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reading: Binding context and CollectionView. https://learn.microsoft.com/dotnet/maui/fundamentals/data-binding/basic-bindings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affb4f46b34f65" /><Relationship Type="http://schemas.openxmlformats.org/officeDocument/2006/relationships/image" Target="/ppt/media/image.png" Id="R63cf1dca69d7475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fd3e62191e4c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5d31e9f6074d3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10b085ac5f45b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39e9cd80e24c8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48b1e0ba2d4a1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52223b8b4d476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b06a0b39d74ed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2b48ff8f7a4d2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34f1f1cef48b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3e2e390776453f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!!Rectangle">
            <a:extLst xmlns:a="http://schemas.openxmlformats.org/drawingml/2006/main">
              <a:ext uri="{FF2B5EF4-FFF2-40B4-BE49-F238E27FC236}">
                <a16:creationId xmlns:a16="http://schemas.microsoft.com/office/drawing/2014/main" id="{A8337851-1C2F-255A-B02C-62D7A1CC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B3B7CCFA-48AA-484A-B77D-1F9E71BF25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f1dca69d74753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493" y="280600"/>
            <a:ext cx="7249014" cy="7178499"/>
          </a:xfrm>
          <a:prstGeom xmlns:a="http://schemas.openxmlformats.org/drawingml/2006/main" prst="rect">
            <a:avLst/>
          </a:prstGeom>
        </p:spPr>
      </p:pic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B19A28E-E483-5B65-D3DF-993E4D1E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0140" y="346791"/>
            <a:ext cx="146304" cy="7040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35CDC6E-08BA-8B17-B723-AEBCF894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241202"/>
            <a:ext cx="10506456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5143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013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2EF50C0-642D-4AAD-91FD-480C0DDACEA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2876" y="970226"/>
            <a:ext cx="10363200" cy="214947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000" b="1" kern="1200">
                <a:solidFill>
                  <a:schemeClr val="bg1"/>
                </a:solidFill>
                <a:latin typeface="Orbitron"/>
                <a:ea typeface="Orbitron"/>
                <a:cs typeface="Orbitron"/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E263A84-D5BA-493D-BA48-3EC7E33518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12879" y="3396875"/>
            <a:ext cx="10363199" cy="26151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60735" indent="-160735" algn="l">
              <a:buFont typeface="Arial"/>
              <a:buChar char="•"/>
              <a:defRPr sz="2000" kern="1200">
                <a:solidFill>
                  <a:schemeClr val="bg1"/>
                </a:solidFill>
                <a:latin typeface="Montserrat"/>
                <a:ea typeface="Montserrat"/>
                <a:cs typeface="Montserrat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19C9CE5-75E3-4290-A0F5-301D8BE32B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724142-E982-4E7C-97B5-873491CB8D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E8D84B-6983-42D1-B31D-721A870EBE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1042D97-83DB-BE5F-E8CD-8D278F42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71" y="546847"/>
            <a:ext cx="1016000" cy="2584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1D3FE4-0D83-46DD-A40C-9ACF503108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E730824-9CF8-4D09-B06F-6BF7CD6C66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51D7E6-CD04-4CCB-BC26-9325ADFF4D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09056FF-C560-4D9C-9C24-432197922B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30024" y="6356355"/>
            <a:ext cx="221129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sp>
        <p:nvSpPr>
          <p:cNvPr id="7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CE9BAD-B408-45DD-A3B1-E9397837FD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5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225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E57D997-4D67-4C20-9767-0C4EE4C315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26AD136-EB45-4E3B-8908-7D2EF5F866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9BF3E4-2595-417A-BDAA-FE365041D5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E8D5A81-B49C-4300-BB1F-E13686A770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F1B4709-FCDE-47A1-9183-4B9D84723A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FE3AD1D-D844-4EEA-B459-DB09DF4E7B3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5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75"/>
            </a:lvl1pPr>
            <a:lvl2pPr>
              <a:buNone/>
              <a:defRPr sz="1350"/>
            </a:lvl2pPr>
            <a:lvl3pPr>
              <a:buNone/>
              <a:defRPr sz="1125"/>
            </a:lvl3pPr>
            <a:lvl4pPr>
              <a:buNone/>
              <a:defRPr sz="1013"/>
            </a:lvl4pPr>
            <a:lvl5pPr>
              <a:buNone/>
              <a:defRPr sz="1013"/>
            </a:lvl5pPr>
            <a:lvl6pPr>
              <a:buNone/>
              <a:defRPr sz="1013"/>
            </a:lvl6pPr>
            <a:lvl7pPr>
              <a:buNone/>
              <a:defRPr sz="1013"/>
            </a:lvl7pPr>
            <a:lvl8pPr>
              <a:buNone/>
              <a:defRPr sz="1013"/>
            </a:lvl8pPr>
            <a:lvl9pPr>
              <a:buNone/>
              <a:defRPr sz="1013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E99A293-6F8A-4CF0-B5B9-149E94312AB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5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75"/>
            </a:lvl1pPr>
            <a:lvl2pPr>
              <a:buNone/>
              <a:defRPr sz="1350"/>
            </a:lvl2pPr>
            <a:lvl3pPr>
              <a:buNone/>
              <a:defRPr sz="1125"/>
            </a:lvl3pPr>
            <a:lvl4pPr>
              <a:buNone/>
              <a:defRPr sz="1013"/>
            </a:lvl4pPr>
            <a:lvl5pPr>
              <a:buNone/>
              <a:defRPr sz="1013"/>
            </a:lvl5pPr>
            <a:lvl6pPr>
              <a:buNone/>
              <a:defRPr sz="1013"/>
            </a:lvl6pPr>
            <a:lvl7pPr>
              <a:buNone/>
              <a:defRPr sz="1013"/>
            </a:lvl7pPr>
            <a:lvl8pPr>
              <a:buNone/>
              <a:defRPr sz="1013"/>
            </a:lvl8pPr>
            <a:lvl9pPr>
              <a:buNone/>
              <a:defRPr sz="1013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E1F0292-8612-45A2-8164-13E00856C1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3002E86-B826-4059-A344-C2C20ED591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ADEF595-D19C-4BB1-B09D-19F295EBF6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95710B4-6932-42CC-A1B0-1CA337E325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6C40251-F770-4E00-AA2A-44AB8D4E33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8EC855D-5B05-49E9-A419-1E20CA026FD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350"/>
            </a:lvl1pPr>
            <a:lvl2pPr>
              <a:buNone/>
              <a:defRPr sz="1125"/>
            </a:lvl2pPr>
            <a:lvl3pPr>
              <a:buNone/>
              <a:defRPr sz="1013"/>
            </a:lvl3pPr>
            <a:lvl4pPr>
              <a:buNone/>
              <a:defRPr sz="900"/>
            </a:lvl4pPr>
            <a:lvl5pPr>
              <a:buNone/>
              <a:defRPr sz="900"/>
            </a:lvl5pPr>
            <a:lvl6pPr>
              <a:buNone/>
              <a:defRPr sz="900"/>
            </a:lvl6pPr>
            <a:lvl7pPr>
              <a:buNone/>
              <a:defRPr sz="900"/>
            </a:lvl7pPr>
            <a:lvl8pPr>
              <a:buNone/>
              <a:defRPr sz="900"/>
            </a:lvl8pPr>
            <a:lvl9pPr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3CC70DB-CCE0-422A-AEB0-0092A1B2DD6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70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6080896-7E11-4AEA-956A-69196DD35E7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70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350"/>
            </a:lvl1pPr>
            <a:lvl2pPr>
              <a:buNone/>
              <a:defRPr sz="1125"/>
            </a:lvl2pPr>
            <a:lvl3pPr>
              <a:buNone/>
              <a:defRPr sz="1013"/>
            </a:lvl3pPr>
            <a:lvl4pPr>
              <a:buNone/>
              <a:defRPr sz="900"/>
            </a:lvl4pPr>
            <a:lvl5pPr>
              <a:buNone/>
              <a:defRPr sz="900"/>
            </a:lvl5pPr>
            <a:lvl6pPr>
              <a:buNone/>
              <a:defRPr sz="900"/>
            </a:lvl6pPr>
            <a:lvl7pPr>
              <a:buNone/>
              <a:defRPr sz="900"/>
            </a:lvl7pPr>
            <a:lvl8pPr>
              <a:buNone/>
              <a:defRPr sz="900"/>
            </a:lvl8pPr>
            <a:lvl9pPr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7B6FDA1-8377-415C-88E6-49E72B1D27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12CFE74-BE86-484C-ACDB-F2CFD633FF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BD069D1-922A-40AD-B18B-3FDCC1CBF9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1C1E760-92CD-47EB-9FED-DC54D8492C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0B3D8F2-F630-459D-8725-EEBB4A2C0B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D6AB0E1-9A55-4E36-877C-6E19A4AAB6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9848D48-5803-49B2-9B67-40E12BF168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5FE7123-CFED-42DE-91B9-E3C23F3542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F920677-146A-4F0E-8C9B-96FAE66150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DEE0402-BF78-459C-9A7E-765AD44123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5D6B32D-5873-40BE-926B-63F77C3C11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3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125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3EDE0B2-081F-4EA0-993D-75C30D88AB6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5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575"/>
            </a:lvl2pPr>
            <a:lvl3pPr>
              <a:buNone/>
              <a:defRPr sz="1350"/>
            </a:lvl3pPr>
            <a:lvl4pPr>
              <a:buNone/>
              <a:defRPr sz="1125"/>
            </a:lvl4pPr>
            <a:lvl5pPr>
              <a:buNone/>
              <a:defRPr sz="1125"/>
            </a:lvl5pPr>
            <a:lvl6pPr>
              <a:buNone/>
              <a:defRPr sz="1125"/>
            </a:lvl6pPr>
            <a:lvl7pPr>
              <a:buNone/>
              <a:defRPr sz="1125"/>
            </a:lvl7pPr>
            <a:lvl8pPr>
              <a:buNone/>
              <a:defRPr sz="1125"/>
            </a:lvl8pPr>
            <a:lvl9pPr>
              <a:buNone/>
              <a:defRPr sz="1125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094CC85-909A-458C-8040-A159B6EF35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3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6E05E35-7BB2-4130-BD64-F0C7C26BCE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4BF0FC-DE51-46FB-828A-60DBCEB6E8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3F66402-FF2D-43AE-9DE5-0F86C74EE5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96577A-CED3-4DC3-B3A1-5B93A753E3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125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FD143E7-6295-4AE8-9FDD-319D7AE38F3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0D416D-93A0-4DB4-B789-F9447F65EA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741CA22-5E66-4089-A65C-E69C19DF81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34566EC-9FA1-4BDC-8711-180832F3D6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D868F21-4744-4DF6-8827-5F25AC8B67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B188DA-0AE8-4D3B-B021-5470B46A1E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8F02AE6-B16F-421A-87BD-435383BC9B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7361794-6358-4F21-9E44-BD399E7E4E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7CEABF-6457-4C05-A3A4-4213AE5BA4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E14AB10-7C2D-423F-B969-C2B68FFE06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95CF6C6-95F2-47D2-92A1-F13B39D801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3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6F8037-FCB0-44FB-A1F5-0DC5869AEF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3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BD2D6CB-2E78-4846-9A63-42D6CA330B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4C9FF6-3E89-426A-AA8A-73A3DAFFFF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D92C74-2A35-41EC-BEC6-646A610D9B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7895d0fda9244063" /><Relationship Type="http://schemas.openxmlformats.org/officeDocument/2006/relationships/theme" Target="/ppt/slideMasters/theme/theme2.xml" Id="R8baed804b0c348a5" /><Relationship Type="http://schemas.openxmlformats.org/officeDocument/2006/relationships/slideLayout" Target="/ppt/slideLayouts/slideLayout1.xml" Id="R7cefc7546951431b" /><Relationship Type="http://schemas.openxmlformats.org/officeDocument/2006/relationships/slideLayout" Target="/ppt/slideLayouts/slideLayout2.xml" Id="R433c4d7ff2914e75" /><Relationship Type="http://schemas.openxmlformats.org/officeDocument/2006/relationships/slideLayout" Target="/ppt/slideLayouts/slideLayout3.xml" Id="R9bb60518366746d4" /><Relationship Type="http://schemas.openxmlformats.org/officeDocument/2006/relationships/slideLayout" Target="/ppt/slideLayouts/slideLayout4.xml" Id="R961c8559209a45b9" /><Relationship Type="http://schemas.openxmlformats.org/officeDocument/2006/relationships/slideLayout" Target="/ppt/slideLayouts/slideLayout5.xml" Id="R174d29b8242f4c62" /><Relationship Type="http://schemas.openxmlformats.org/officeDocument/2006/relationships/slideLayout" Target="/ppt/slideLayouts/slideLayout6.xml" Id="R7e4688c364de4ce3" /><Relationship Type="http://schemas.openxmlformats.org/officeDocument/2006/relationships/slideLayout" Target="/ppt/slideLayouts/slideLayout7.xml" Id="R892ac3b196c24c75" /><Relationship Type="http://schemas.openxmlformats.org/officeDocument/2006/relationships/slideLayout" Target="/ppt/slideLayouts/slideLayout8.xml" Id="R1405acdd890e4e55" /><Relationship Type="http://schemas.openxmlformats.org/officeDocument/2006/relationships/slideLayout" Target="/ppt/slideLayouts/slideLayout9.xml" Id="Rf6fe9f9844a44b90" /><Relationship Type="http://schemas.openxmlformats.org/officeDocument/2006/relationships/slideLayout" Target="/ppt/slideLayouts/slideLayout10.xml" Id="Rbac386800c2f47d3" /><Relationship Type="http://schemas.openxmlformats.org/officeDocument/2006/relationships/slideLayout" Target="/ppt/slideLayouts/slideLayout11.xml" Id="Rbbd4488c2e3741d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FE79A3-1548-4EFB-8A9A-3BAF33DB49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DF63FEF-4D76-40CC-A847-CCE8C0B1DA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5"/>
            <a:ext cx="109728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9CFD75-1460-4F46-BEC3-3D52FB78D42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5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E89934-238F-4EA1-A3E0-13B88AA8BE3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5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1461ED-AB08-4287-8352-C5CBDAA41CC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5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3E430F3F-17FC-48EC-B3E1-8A007DEB36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5d0fda92440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2386" y="5899161"/>
            <a:ext cx="1590269" cy="157480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efc7546951431b"/>
    <p:sldLayoutId xmlns:r="http://schemas.openxmlformats.org/officeDocument/2006/relationships" id="2147483650" r:id="R433c4d7ff2914e75"/>
    <p:sldLayoutId xmlns:r="http://schemas.openxmlformats.org/officeDocument/2006/relationships" id="2147483651" r:id="R9bb60518366746d4"/>
    <p:sldLayoutId xmlns:r="http://schemas.openxmlformats.org/officeDocument/2006/relationships" id="2147483652" r:id="R961c8559209a45b9"/>
    <p:sldLayoutId xmlns:r="http://schemas.openxmlformats.org/officeDocument/2006/relationships" id="2147483653" r:id="R174d29b8242f4c62"/>
    <p:sldLayoutId xmlns:r="http://schemas.openxmlformats.org/officeDocument/2006/relationships" id="2147483654" r:id="R7e4688c364de4ce3"/>
    <p:sldLayoutId xmlns:r="http://schemas.openxmlformats.org/officeDocument/2006/relationships" id="2147483655" r:id="R892ac3b196c24c75"/>
    <p:sldLayoutId xmlns:r="http://schemas.openxmlformats.org/officeDocument/2006/relationships" id="2147483656" r:id="R1405acdd890e4e55"/>
    <p:sldLayoutId xmlns:r="http://schemas.openxmlformats.org/officeDocument/2006/relationships" id="2147483657" r:id="Rf6fe9f9844a44b90"/>
    <p:sldLayoutId xmlns:r="http://schemas.openxmlformats.org/officeDocument/2006/relationships" id="2147483658" r:id="Rbac386800c2f47d3"/>
    <p:sldLayoutId xmlns:r="http://schemas.openxmlformats.org/officeDocument/2006/relationships" id="2147483659" r:id="Rbbd4488c2e3741d5"/>
  </p:sldLayoutIdLst>
  <p:txStyles>
    <p:titleStyle>
      <a:lvl1pPr xmlns:a="http://schemas.openxmlformats.org/drawingml/2006/main" algn="ctr" defTabSz="257175">
        <a:spcBef>
          <a:spcPct val="0"/>
        </a:spcBef>
        <a:buNone/>
        <a:defRPr sz="4000" kern="1200">
          <a:solidFill>
            <a:srgbClr val="C19B57"/>
          </a:solidFill>
          <a:latin typeface="Orbitron"/>
          <a:ea typeface="Orbitron"/>
          <a:cs typeface="Orbitron"/>
        </a:defRPr>
      </a:lvl1pPr>
    </p:titleStyle>
    <p:bodyStyle>
      <a:lvl1pPr xmlns:a="http://schemas.openxmlformats.org/drawingml/2006/main" marL="192881" indent="-192881" algn="l" defTabSz="257175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Source Sans 3"/>
          <a:ea typeface="Source Sans 3"/>
          <a:cs typeface="Source Sans 3"/>
        </a:defRPr>
      </a:lvl1pPr>
      <a:lvl2pPr xmlns:a="http://schemas.openxmlformats.org/drawingml/2006/main" marL="417910" indent="-160735" algn="l" defTabSz="257175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Source Sans 3"/>
          <a:ea typeface="Source Sans 3"/>
          <a:cs typeface="Source Sans 3"/>
        </a:defRPr>
      </a:lvl2pPr>
      <a:lvl3pPr xmlns:a="http://schemas.openxmlformats.org/drawingml/2006/main" marL="642938" indent="-128588" algn="l" defTabSz="257175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Source Sans 3"/>
          <a:ea typeface="Source Sans 3"/>
          <a:cs typeface="Source Sans 3"/>
        </a:defRPr>
      </a:lvl3pPr>
      <a:lvl4pPr xmlns:a="http://schemas.openxmlformats.org/drawingml/2006/main" marL="900113" indent="-128588" algn="l" defTabSz="257175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Source Sans 3"/>
          <a:ea typeface="Source Sans 3"/>
          <a:cs typeface="Source Sans 3"/>
        </a:defRPr>
      </a:lvl4pPr>
      <a:lvl5pPr xmlns:a="http://schemas.openxmlformats.org/drawingml/2006/main" marL="1157288" indent="-128588" algn="l" defTabSz="257175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Source Sans 3"/>
          <a:ea typeface="Source Sans 3"/>
          <a:cs typeface="Source Sans 3"/>
        </a:defRPr>
      </a:lvl5pPr>
      <a:lvl6pPr xmlns:a="http://schemas.openxmlformats.org/drawingml/2006/main" marL="1414463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671638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928813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185988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717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435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7152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02870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28587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54305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80022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05740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b4df1a09c4720" /><Relationship Type="http://schemas.openxmlformats.org/officeDocument/2006/relationships/notesSlide" Target="/ppt/notesSlides/notesSlide1.xml" Id="R3db376adce3c4a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2e08b1e73a4ae1" /><Relationship Type="http://schemas.openxmlformats.org/officeDocument/2006/relationships/notesSlide" Target="/ppt/notesSlides/notesSlide2.xml" Id="Rebf3aa41f4f047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2bd0b0a3dd4775" /><Relationship Type="http://schemas.openxmlformats.org/officeDocument/2006/relationships/image" Target="/ppt/media/image2.png" Id="R8a73b4663a4e4c3c" /><Relationship Type="http://schemas.openxmlformats.org/officeDocument/2006/relationships/notesSlide" Target="/ppt/notesSlides/notesSlide3.xml" Id="R13ff12ffd38a4d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fc4ed01a8244a1" /><Relationship Type="http://schemas.openxmlformats.org/officeDocument/2006/relationships/notesSlide" Target="/ppt/notesSlides/notesSlide4.xml" Id="R35bd6d49c9a343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16cd1a24a34776" /><Relationship Type="http://schemas.openxmlformats.org/officeDocument/2006/relationships/notesSlide" Target="/ppt/notesSlides/notesSlide5.xml" Id="Ra0bb8571472044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449c389b764e17" /><Relationship Type="http://schemas.openxmlformats.org/officeDocument/2006/relationships/notesSlide" Target="/ppt/notesSlides/notesSlide6.xml" Id="R5702049cb1074c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bb41b33bc549d0" /><Relationship Type="http://schemas.openxmlformats.org/officeDocument/2006/relationships/notesSlide" Target="/ppt/notesSlides/notesSlide7.xml" Id="Re6537331b5b240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5f5a4796794184" /><Relationship Type="http://schemas.openxmlformats.org/officeDocument/2006/relationships/image" Target="/ppt/media/image3.png" Id="R6bb9702370824ad1" /><Relationship Type="http://schemas.openxmlformats.org/officeDocument/2006/relationships/notesSlide" Target="/ppt/notesSlides/notesSlide8.xml" Id="R9cd34470cd1943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226038e61b4b5f" /><Relationship Type="http://schemas.openxmlformats.org/officeDocument/2006/relationships/notesSlide" Target="/ppt/notesSlides/notesSlide9.xml" Id="R33b72818e0d74b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8c7fdd136e4ae2" /><Relationship Type="http://schemas.openxmlformats.org/officeDocument/2006/relationships/image" Target="/ppt/media/image4.png" Id="R5a5d17a5d5f94667" /><Relationship Type="http://schemas.openxmlformats.org/officeDocument/2006/relationships/notesSlide" Target="/ppt/notesSlides/notesSlide10.xml" Id="R5bc23ae2a8e748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0340cae1154633" /><Relationship Type="http://schemas.openxmlformats.org/officeDocument/2006/relationships/notesSlide" Target="/ppt/notesSlides/notesSlide11.xml" Id="Rbc76de7f022248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ecc4e9d2e34801" /><Relationship Type="http://schemas.openxmlformats.org/officeDocument/2006/relationships/image" Target="/ppt/media/image5.png" Id="Rb384697c487640e5" /><Relationship Type="http://schemas.openxmlformats.org/officeDocument/2006/relationships/notesSlide" Target="/ppt/notesSlides/notesSlide12.xml" Id="R7eeae23471cc4f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34b28e9c344a90" /><Relationship Type="http://schemas.openxmlformats.org/officeDocument/2006/relationships/notesSlide" Target="/ppt/notesSlides/notesSlide13.xml" Id="R926c1761b44b45c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095ff305f148dc" /><Relationship Type="http://schemas.openxmlformats.org/officeDocument/2006/relationships/notesSlide" Target="/ppt/notesSlides/notesSlide14.xml" Id="R7aeb0b8a79c944c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45A441A-7637-3DF3-0B4A-831210D6348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5 BOM View Model</a:t>
            </a:r>
            <a:endParaRPr/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CC02DA-BF9B-57F9-BEC0-E5AE4CC39E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IoT Project Cost Estimator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075400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1D3FE4-0D83-46DD-A40C-9ACF503108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Move list actions into a view model.</a:t>
            </a:r>
          </a:p>
          <a:p xmlns:a="http://schemas.openxmlformats.org/drawingml/2006/main">
            <a:pPr lvl="0">
              <a:buNone/>
            </a:pPr>
            <a:r>
              <a:t>Pass the selected row to Edit and Delete.</a:t>
            </a:r>
          </a:p>
          <a:p xmlns:a="http://schemas.openxmlformats.org/drawingml/2006/main">
            <a:pPr lvl="0">
              <a:buNone/>
            </a:pPr>
            <a:r>
              <a:t>Keep the current manual refresh.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you will build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12640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1D3FE4-0D83-46DD-A40C-9ACF503108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page BindingContext is the BOM view model.</a:t>
            </a:r>
          </a:p>
          <a:p xmlns:a="http://schemas.openxmlformats.org/drawingml/2006/main">
            <a:pPr lvl="0">
              <a:buNone/>
            </a:pPr>
            <a:r>
              <a:t>A row template BindingContext is its MaterialItem.</a:t>
            </a:r>
          </a:p>
          <a:p xmlns:a="http://schemas.openxmlformats.org/drawingml/2006/main">
            <a:pPr lvl="0">
              <a:buNone/>
            </a:pPr>
            <a:r>
              <a:t>A row button needs both its row item and a page command.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Each row has two useful contexts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B4B1B-7F08-4450-8F35-D8419036C3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3b4663a4e4c3c"/>
          <a:stretch xmlns:a="http://schemas.openxmlformats.org/drawingml/2006/main"/>
        </p:blipFill>
        <p:spPr>
          <a:xfrm xmlns:a="http://schemas.openxmlformats.org/drawingml/2006/main">
            <a:off x="3505200" y="3190875"/>
            <a:ext cx="5181600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4680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1D3FE4-0D83-46DD-A40C-9ACF503108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CommandParameter carries the selected MaterialItem.</a:t>
            </a:r>
          </a:p>
          <a:p xmlns:a="http://schemas.openxmlformats.org/drawingml/2006/main">
            <a:pPr lvl="0">
              <a:buNone/>
            </a:pPr>
            <a:r>
              <a:t>The command handles the list decision.</a:t>
            </a:r>
          </a:p>
          <a:p xmlns:a="http://schemas.openxmlformats.org/drawingml/2006/main">
            <a:pPr lvl="0">
              <a:buNone/>
            </a:pPr>
            <a:r>
              <a:t>The page provides the editor and confirmation UI.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From C# to the screen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973443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1D3FE4-0D83-46DD-A40C-9ACF503108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BOM view model owns the item list.</a:t>
            </a:r>
          </a:p>
          <a:p xmlns:a="http://schemas.openxmlformats.org/drawingml/2006/main">
            <a:pPr lvl="0">
              <a:buNone/>
            </a:pPr>
            <a:r>
              <a:t>The page binds to its Items property.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1: List ownership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59740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1D3FE4-0D83-46DD-A40C-9ACF503108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same rows still appear.</a:t>
            </a:r>
          </a:p>
          <a:p xmlns:a="http://schemas.openxmlformats.org/drawingml/2006/main">
            <a:pPr lvl="0">
              <a:buNone/>
            </a:pPr>
            <a:r>
              <a:t>The page no longer stores the list.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1: What changed?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0206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1D3FE4-0D83-46DD-A40C-9ACF503108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Add button binds to a command.</a:t>
            </a:r>
          </a:p>
          <a:p xmlns:a="http://schemas.openxmlformats.org/drawingml/2006/main">
            <a:pPr lvl="0">
              <a:buNone/>
            </a:pPr>
            <a:r>
              <a:t>The view model requests the editor.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2: Add command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50231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1D3FE4-0D83-46DD-A40C-9ACF503108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Add opens a blank editor.</a:t>
            </a:r>
          </a:p>
          <a:p xmlns:a="http://schemas.openxmlformats.org/drawingml/2006/main">
            <a:pPr lvl="0">
              <a:buNone/>
            </a:pPr>
            <a:r>
              <a:t>Submit adds the returned item.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2: What changed?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548D2-BD8B-4E00-8503-26FE83EF6B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9702370824ad1"/>
          <a:stretch xmlns:a="http://schemas.openxmlformats.org/drawingml/2006/main"/>
        </p:blipFill>
        <p:spPr>
          <a:xfrm xmlns:a="http://schemas.openxmlformats.org/drawingml/2006/main">
            <a:off x="3505200" y="3190875"/>
            <a:ext cx="5181600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49089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1D3FE4-0D83-46DD-A40C-9ACF503108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Each row has its own MaterialItem.</a:t>
            </a:r>
          </a:p>
          <a:p xmlns:a="http://schemas.openxmlformats.org/drawingml/2006/main">
            <a:pPr lvl="0">
              <a:buNone/>
            </a:pPr>
            <a:r>
              <a:t>CommandParameter passes that item to Edit.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4: CommandParameter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810670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1D3FE4-0D83-46DD-A40C-9ACF503108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opens the selected row.</a:t>
            </a:r>
          </a:p>
          <a:p xmlns:a="http://schemas.openxmlformats.org/drawingml/2006/main">
            <a:pPr lvl="0">
              <a:buNone/>
            </a:pPr>
            <a:r>
              <a:t>Its values appear in the form.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4: What changed?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E2AD1-80E4-47A8-9428-3B7F49E0FC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d17a5d5f94667"/>
          <a:stretch xmlns:a="http://schemas.openxmlformats.org/drawingml/2006/main"/>
        </p:blipFill>
        <p:spPr>
          <a:xfrm xmlns:a="http://schemas.openxmlformats.org/drawingml/2006/main">
            <a:off x="3505200" y="3190875"/>
            <a:ext cx="5181600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30105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1D3FE4-0D83-46DD-A40C-9ACF503108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Delete also receives the row item.</a:t>
            </a:r>
          </a:p>
          <a:p xmlns:a="http://schemas.openxmlformats.org/drawingml/2006/main">
            <a:pPr lvl="0">
              <a:buNone/>
            </a:pPr>
            <a:r>
              <a:t>The page still asks for confirmation.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5: Delete command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9931946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1D3FE4-0D83-46DD-A40C-9ACF503108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No keeps the row.</a:t>
            </a:r>
          </a:p>
          <a:p xmlns:a="http://schemas.openxmlformats.org/drawingml/2006/main">
            <a:pPr lvl="0">
              <a:buNone/>
            </a:pPr>
            <a:r>
              <a:t>Yes removes the selected row.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5: What changed?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B0986-14F1-4F19-A535-D9AA5BCA50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4697c487640e5"/>
          <a:stretch xmlns:a="http://schemas.openxmlformats.org/drawingml/2006/main"/>
        </p:blipFill>
        <p:spPr>
          <a:xfrm xmlns:a="http://schemas.openxmlformats.org/drawingml/2006/main">
            <a:off x="3505200" y="3190875"/>
            <a:ext cx="5181600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80291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1D3FE4-0D83-46DD-A40C-9ACF503108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I can identify the BindingContext inside a row.</a:t>
            </a:r>
          </a:p>
          <a:p xmlns:a="http://schemas.openxmlformats.org/drawingml/2006/main">
            <a:pPr lvl="0">
              <a:buNone/>
            </a:pPr>
            <a:r>
              <a:t>I can trace one Edit command parameter.</a:t>
            </a:r>
          </a:p>
          <a:p xmlns:a="http://schemas.openxmlformats.org/drawingml/2006/main">
            <a:pPr lvl="0">
              <a:buNone/>
            </a:pPr>
            <a:r>
              <a:t>I can explain why list refresh is still manual.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you can now explain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2051975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1D3FE4-0D83-46DD-A40C-9ACF503108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Binding context and CollectionView</a:t>
            </a:r>
          </a:p>
          <a:p xmlns:a="http://schemas.openxmlformats.org/drawingml/2006/main">
            <a:pPr lvl="0">
              <a:buNone/>
            </a:pPr>
            <a:r>
              <a:t>Search Microsoft Learn for this topic.</a:t>
            </a:r>
          </a:p>
          <a:p xmlns:a="http://schemas.openxmlformats.org/drawingml/2006/main">
            <a:pPr lvl="0">
              <a:buNone/>
            </a:pPr>
            <a:r>
              <a:t>Try one example in a small test page.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Read more in MAUI documentation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72050580"/>
      </p:ext>
    </p:extLst>
  </p:cSld>
</p:sld>
</file>

<file path=ppt/theme/theme1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2026-10-15T21:19:05.1130000Z</dcterms:created>
  <dcterms:modified xsi:type="dcterms:W3CDTF">2026-10-15T21:19:05.1130000Z</dcterms:modified>
</coreProperties>
</file>