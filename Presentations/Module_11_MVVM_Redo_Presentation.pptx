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8d3d04994c34511" /><Relationship Type="http://schemas.openxmlformats.org/officeDocument/2006/relationships/extended-properties" Target="/docProps/app.xml" Id="R38401ecffad8429d" /><Relationship Type="http://schemas.openxmlformats.org/officeDocument/2006/relationships/officeDocument" Target="/ppt/presentation.xml" Id="R32e9d9d59f154f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70588dd57ef4c58"/>
  </p:sldMasterIdLst>
  <p:notesMasterIdLst>
    <p:notesMasterId xmlns:r="http://schemas.openxmlformats.org/officeDocument/2006/relationships" r:id="R43911ce8b81541bd"/>
  </p:notesMasterIdLst>
  <p:sldIdLst>
    <p:sldId xmlns:r="http://schemas.openxmlformats.org/officeDocument/2006/relationships" id="256" r:id="Re831b0be04774ef1"/>
    <p:sldId xmlns:r="http://schemas.openxmlformats.org/officeDocument/2006/relationships" id="257" r:id="Reeaea530197b44e8"/>
    <p:sldId xmlns:r="http://schemas.openxmlformats.org/officeDocument/2006/relationships" id="258" r:id="R2f71a8b53b924183"/>
    <p:sldId xmlns:r="http://schemas.openxmlformats.org/officeDocument/2006/relationships" id="259" r:id="Rfacc10cd6b964a28"/>
    <p:sldId xmlns:r="http://schemas.openxmlformats.org/officeDocument/2006/relationships" id="260" r:id="R0660f408820a4b5e"/>
    <p:sldId xmlns:r="http://schemas.openxmlformats.org/officeDocument/2006/relationships" id="261" r:id="R0b72b6fa7fb24e22"/>
    <p:sldId xmlns:r="http://schemas.openxmlformats.org/officeDocument/2006/relationships" id="262" r:id="R145164ec67ee4fc6"/>
    <p:sldId xmlns:r="http://schemas.openxmlformats.org/officeDocument/2006/relationships" id="263" r:id="R6b79dedb09444055"/>
    <p:sldId xmlns:r="http://schemas.openxmlformats.org/officeDocument/2006/relationships" id="264" r:id="Re2428e50de8644a2"/>
    <p:sldId xmlns:r="http://schemas.openxmlformats.org/officeDocument/2006/relationships" id="265" r:id="R6a67cb6ab4ba4bb5"/>
    <p:sldId xmlns:r="http://schemas.openxmlformats.org/officeDocument/2006/relationships" id="266" r:id="R0957fd19ffca4819"/>
    <p:sldId xmlns:r="http://schemas.openxmlformats.org/officeDocument/2006/relationships" id="267" r:id="R2de4cec6d9064c6f"/>
    <p:sldId xmlns:r="http://schemas.openxmlformats.org/officeDocument/2006/relationships" id="268" r:id="R1ebe2ae70d6b4ebe"/>
    <p:sldId xmlns:r="http://schemas.openxmlformats.org/officeDocument/2006/relationships" id="269" r:id="Ra3e2c62456c94b6c"/>
    <p:sldId xmlns:r="http://schemas.openxmlformats.org/officeDocument/2006/relationships" id="270" r:id="R3e541ac67932488f"/>
    <p:sldId xmlns:r="http://schemas.openxmlformats.org/officeDocument/2006/relationships" id="271" r:id="R6d3b8a1bc2a44153"/>
    <p:sldId xmlns:r="http://schemas.openxmlformats.org/officeDocument/2006/relationships" id="272" r:id="Reef651e9b5214736"/>
    <p:sldId xmlns:r="http://schemas.openxmlformats.org/officeDocument/2006/relationships" id="273" r:id="R5c3954a9d61a46dd"/>
    <p:sldId xmlns:r="http://schemas.openxmlformats.org/officeDocument/2006/relationships" id="274" r:id="Rd14cd54da1b6417d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4572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5c893f3c814e77" /><Relationship Type="http://schemas.openxmlformats.org/officeDocument/2006/relationships/slideMaster" Target="/ppt/slideMasters/slideMaster1.xml" Id="R770588dd57ef4c58" /><Relationship Type="http://schemas.openxmlformats.org/officeDocument/2006/relationships/notesMaster" Target="/ppt/notesMasters/notesMaster1.xml" Id="R43911ce8b81541bd" /><Relationship Type="http://schemas.openxmlformats.org/officeDocument/2006/relationships/presProps" Target="/ppt/presProps.xml" Id="R5ea400a95d50444c" /><Relationship Type="http://schemas.openxmlformats.org/officeDocument/2006/relationships/viewProps" Target="/ppt/viewProps.xml" Id="Reeaa10017420485b" /><Relationship Type="http://schemas.openxmlformats.org/officeDocument/2006/relationships/tableStyles" Target="/ppt/tableStyles.xml" Id="R72cc62ae0a08430d" /><Relationship Type="http://schemas.openxmlformats.org/officeDocument/2006/relationships/slide" Target="/ppt/slides/slide1.xml" Id="Re831b0be04774ef1" /><Relationship Type="http://schemas.openxmlformats.org/officeDocument/2006/relationships/slide" Target="/ppt/slides/slide2.xml" Id="Reeaea530197b44e8" /><Relationship Type="http://schemas.openxmlformats.org/officeDocument/2006/relationships/slide" Target="/ppt/slides/slide3.xml" Id="R2f71a8b53b924183" /><Relationship Type="http://schemas.openxmlformats.org/officeDocument/2006/relationships/slide" Target="/ppt/slides/slide4.xml" Id="Rfacc10cd6b964a28" /><Relationship Type="http://schemas.openxmlformats.org/officeDocument/2006/relationships/slide" Target="/ppt/slides/slide5.xml" Id="R0660f408820a4b5e" /><Relationship Type="http://schemas.openxmlformats.org/officeDocument/2006/relationships/slide" Target="/ppt/slides/slide6.xml" Id="R0b72b6fa7fb24e22" /><Relationship Type="http://schemas.openxmlformats.org/officeDocument/2006/relationships/slide" Target="/ppt/slides/slide7.xml" Id="R145164ec67ee4fc6" /><Relationship Type="http://schemas.openxmlformats.org/officeDocument/2006/relationships/slide" Target="/ppt/slides/slide8.xml" Id="R6b79dedb09444055" /><Relationship Type="http://schemas.openxmlformats.org/officeDocument/2006/relationships/slide" Target="/ppt/slides/slide9.xml" Id="Re2428e50de8644a2" /><Relationship Type="http://schemas.openxmlformats.org/officeDocument/2006/relationships/slide" Target="/ppt/slides/slide10.xml" Id="R6a67cb6ab4ba4bb5" /><Relationship Type="http://schemas.openxmlformats.org/officeDocument/2006/relationships/slide" Target="/ppt/slides/slide11.xml" Id="R0957fd19ffca4819" /><Relationship Type="http://schemas.openxmlformats.org/officeDocument/2006/relationships/slide" Target="/ppt/slides/slide12.xml" Id="R2de4cec6d9064c6f" /><Relationship Type="http://schemas.openxmlformats.org/officeDocument/2006/relationships/slide" Target="/ppt/slides/slide13.xml" Id="R1ebe2ae70d6b4ebe" /><Relationship Type="http://schemas.openxmlformats.org/officeDocument/2006/relationships/slide" Target="/ppt/slides/slide14.xml" Id="Ra3e2c62456c94b6c" /><Relationship Type="http://schemas.openxmlformats.org/officeDocument/2006/relationships/slide" Target="/ppt/slides/slide15.xml" Id="R3e541ac67932488f" /><Relationship Type="http://schemas.openxmlformats.org/officeDocument/2006/relationships/slide" Target="/ppt/slides/slide16.xml" Id="R6d3b8a1bc2a44153" /><Relationship Type="http://schemas.openxmlformats.org/officeDocument/2006/relationships/slide" Target="/ppt/slides/slide17.xml" Id="Reef651e9b5214736" /><Relationship Type="http://schemas.openxmlformats.org/officeDocument/2006/relationships/slide" Target="/ppt/slides/slide18.xml" Id="R5c3954a9d61a46dd" /><Relationship Type="http://schemas.openxmlformats.org/officeDocument/2006/relationships/slide" Target="/ppt/slides/slide19.xml" Id="Rd14cd54da1b641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1146c333a10421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bec8d9390c1494c" /><Relationship Type="http://schemas.openxmlformats.org/officeDocument/2006/relationships/notesMaster" Target="/ppt/notesMasters/notesMaster1.xml" Id="Red9a94ca19914f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018df97d3a45ec" /><Relationship Type="http://schemas.openxmlformats.org/officeDocument/2006/relationships/notesMaster" Target="/ppt/notesMasters/notesMaster1.xml" Id="R74d29819314f439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3f5fca54584a99" /><Relationship Type="http://schemas.openxmlformats.org/officeDocument/2006/relationships/notesMaster" Target="/ppt/notesMasters/notesMaster1.xml" Id="Rf1a6d4327b634a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c2fda278d940bc" /><Relationship Type="http://schemas.openxmlformats.org/officeDocument/2006/relationships/notesMaster" Target="/ppt/notesMasters/notesMaster1.xml" Id="R94c69b508b63465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8eb3eba3124883" /><Relationship Type="http://schemas.openxmlformats.org/officeDocument/2006/relationships/notesMaster" Target="/ppt/notesMasters/notesMaster1.xml" Id="R47eca2d7d6724cd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b9d715fdea4446b" /><Relationship Type="http://schemas.openxmlformats.org/officeDocument/2006/relationships/notesMaster" Target="/ppt/notesMasters/notesMaster1.xml" Id="R200730affb9047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f73261dbf4b4c28" /><Relationship Type="http://schemas.openxmlformats.org/officeDocument/2006/relationships/notesMaster" Target="/ppt/notesMasters/notesMaster1.xml" Id="R5acfd23d940e485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c08d56f7cdc4924" /><Relationship Type="http://schemas.openxmlformats.org/officeDocument/2006/relationships/notesMaster" Target="/ppt/notesMasters/notesMaster1.xml" Id="R054b4b58771d41d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b9e6d705839464d" /><Relationship Type="http://schemas.openxmlformats.org/officeDocument/2006/relationships/notesMaster" Target="/ppt/notesMasters/notesMaster1.xml" Id="R8f157938ba61441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0444abb71fb4ced" /><Relationship Type="http://schemas.openxmlformats.org/officeDocument/2006/relationships/notesMaster" Target="/ppt/notesMasters/notesMaster1.xml" Id="R6a7ed4aa3f72463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ca76fd240d40da" /><Relationship Type="http://schemas.openxmlformats.org/officeDocument/2006/relationships/notesMaster" Target="/ppt/notesMasters/notesMaster1.xml" Id="Rd3beab30f4c74c8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d0af427d6c04c10" /><Relationship Type="http://schemas.openxmlformats.org/officeDocument/2006/relationships/notesMaster" Target="/ppt/notesMasters/notesMaster1.xml" Id="Re7a9de7582dc4ce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b7ca8b7abec41c7" /><Relationship Type="http://schemas.openxmlformats.org/officeDocument/2006/relationships/notesMaster" Target="/ppt/notesMasters/notesMaster1.xml" Id="Rce8ee2f37aac453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96dd3cc5aad43d2" /><Relationship Type="http://schemas.openxmlformats.org/officeDocument/2006/relationships/notesMaster" Target="/ppt/notesMasters/notesMaster1.xml" Id="R8c98a9c6ef754fe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c69b5ba5c454947" /><Relationship Type="http://schemas.openxmlformats.org/officeDocument/2006/relationships/notesMaster" Target="/ppt/notesMasters/notesMaster1.xml" Id="R17e586d18a7c45f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8c8b5c045fa4e84" /><Relationship Type="http://schemas.openxmlformats.org/officeDocument/2006/relationships/notesMaster" Target="/ppt/notesMasters/notesMaster1.xml" Id="R52a8aa861d4540c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9a20ffda519f4faa" /><Relationship Type="http://schemas.openxmlformats.org/officeDocument/2006/relationships/notesMaster" Target="/ppt/notesMasters/notesMaster1.xml" Id="R7cf23b5fa96e43b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d3f2768dc5c42e5" /><Relationship Type="http://schemas.openxmlformats.org/officeDocument/2006/relationships/notesMaster" Target="/ppt/notesMasters/notesMaster1.xml" Id="Rbde85ab9f7904b3a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ae5e76f67a3480d" /><Relationship Type="http://schemas.openxmlformats.org/officeDocument/2006/relationships/notesMaster" Target="/ppt/notesMasters/notesMaster1.xml" Id="Rb0b2981e635f423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Module 11. Open the matching Word tutorial after the exercise overview.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Explain the work for Module 11. Show the expected app result before students start.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1: explain these concepts. Ask students to predict what the change will do. Then open Step 1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2: explain these concepts. Ask students to predict what the change will do. Then open Step 2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2: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3: explain these concepts. Ask students to predict what the change will do. Then open Step 3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3: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5: explain these concepts. Ask students to predict what the change will do. Then open Step 5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5: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7: explain these concepts. Ask students to predict what the change will do. Then open Step 7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7: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9: explain these concepts. Ask students to predict what the change will do. Then open Step 9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9: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10: explain these concepts. Ask students to predict what the change will do. Then open Step 10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10: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Before tutorial Step 11: explain these concepts. Ask students to predict what the change will do. Then open Step 11 in the Word tutorial.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tutorial Step 11: run the app or inspect the code. Ask students to explain the observed result.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the final tutorial checklist. Ask students to explain the module concept without reading code. Source: Module 11 Word tutorial.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310d6da6214efb" /><Relationship Type="http://schemas.openxmlformats.org/officeDocument/2006/relationships/image" Target="/ppt/media/image.png" Id="R8c27091e576e4e8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347c04e8f4d4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c04626517ca406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f9114da2e7404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744a1e2329d4c8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db68d56f5a3471b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d413e0160415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60d7264ae448c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7e933ef41a04075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1f439a1a9f4f0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398d6d0b634d54" /></Relationships>
</file>

<file path=ppt/slideLayouts/slideLayout1.xml><?xml version="1.0" encoding="utf-8"?>
<p:sldLayout xmlns:p="http://schemas.openxmlformats.org/presentationml/2006/main" type="title" preserve="1">
  <p:cSld name="Title Slide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!!Rectangle">
            <a:extLst xmlns:a="http://schemas.openxmlformats.org/drawingml/2006/main">
              <a:ext uri="{FF2B5EF4-FFF2-40B4-BE49-F238E27FC236}">
                <a16:creationId xmlns:a16="http://schemas.microsoft.com/office/drawing/2014/main" id="{A8337851-1C2F-255A-B02C-62D7A1CC2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  <p:pic>
        <p:nvPicPr>
          <p:cNvPr id="14" name="Picture 13">
            <a:extLst xmlns:a="http://schemas.openxmlformats.org/drawingml/2006/main">
              <a:ext uri="{FF2B5EF4-FFF2-40B4-BE49-F238E27FC236}">
                <a16:creationId xmlns:a16="http://schemas.microsoft.com/office/drawing/2014/main" id="{C3F05ABE-53ED-49DE-ADDD-2C2D286668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27091e576e4e8c">
            <a:alphaModFix amt="4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1493" y="280600"/>
            <a:ext cx="7249014" cy="7178499"/>
          </a:xfrm>
          <a:prstGeom xmlns:a="http://schemas.openxmlformats.org/drawingml/2006/main" prst="rect">
            <a:avLst/>
          </a:prstGeom>
        </p:spPr>
      </p:pic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1B19A28E-E483-5B65-D3DF-993E4D1EF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5400000">
            <a:off x="1120140" y="346791"/>
            <a:ext cx="146304" cy="7040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735CDC6E-08BA-8B17-B723-AEBCF894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" y="3241202"/>
            <a:ext cx="10506456" cy="1828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3175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marL="0" marR="0" lvl="0" indent="0" algn="ctr" defTabSz="51435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sz="1013" b="0" i="0" u="none" strike="noStrike" kern="1200" cap="none" spc="0" baseline="0">
              <a:ln>
                <a:noFill/>
              </a:ln>
              <a:solidFill>
                <a:prstClr val="white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BD009-5334-40F9-B023-996F8EC89FFF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912876" y="970226"/>
            <a:ext cx="10363200" cy="2149475"/>
          </a:xfr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l">
              <a:buNone/>
              <a:defRPr sz="4000" b="1" kern="1200">
                <a:solidFill>
                  <a:schemeClr val="bg1"/>
                </a:solidFill>
                <a:latin typeface="Orbitron"/>
                <a:ea typeface="Orbitron"/>
                <a:cs typeface="Orbitron"/>
              </a:defRPr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A531429F-C247-4589-964B-26F4106739B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912879" y="3396875"/>
            <a:ext cx="10363199" cy="2615182"/>
          </a:xfrm>
        </p:spPr>
        <p:txBody>
          <a:bodyPr xmlns:a="http://schemas.openxmlformats.org/drawingml/2006/main">
            <a:normAutofit/>
          </a:bodyPr>
          <a:lstStyle xmlns:a="http://schemas.openxmlformats.org/drawingml/2006/main">
            <a:lvl1pPr marL="160735" indent="-160735" algn="l">
              <a:buFont typeface="Arial"/>
              <a:buChar char="•"/>
              <a:defRPr sz="2000" kern="1200">
                <a:solidFill>
                  <a:schemeClr val="bg1"/>
                </a:solidFill>
                <a:latin typeface="Montserrat"/>
                <a:ea typeface="Montserrat"/>
                <a:cs typeface="Montserrat"/>
              </a:defRPr>
            </a:lvl1pPr>
            <a:lvl2pPr marL="2571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5143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7715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285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154305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1800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01B4F3-D5B4-40FE-AC6C-32ABDFBC15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F1DD17A-1DA8-44EF-803C-A6AAA95AD08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E943889-1AC4-4D0C-9EE9-4EB6E412D1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61042D97-83DB-BE5F-E8CD-8D278F42A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271" y="546847"/>
            <a:ext cx="1016000" cy="25846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tx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 sz="1013"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833BC8-DAD8-463C-8FB2-42AAA315ED5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21D7EA-2E7D-4AEA-AE0F-76FD50D7870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1D706A4-706B-411C-83A7-084FADF0128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630024" y="6356355"/>
            <a:ext cx="2211293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sp>
        <p:nvSpPr>
          <p:cNvPr id="7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44B4385-2D0E-4503-9903-ACDF8EBE87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963084" y="4406905"/>
            <a:ext cx="103632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225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CDBC546-BB35-4D73-BD51-12346DBE3C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963084" y="2906713"/>
            <a:ext cx="103632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125">
                <a:solidFill>
                  <a:schemeClr val="tx1">
                    <a:tint val="75000"/>
                  </a:schemeClr>
                </a:solidFill>
              </a:defRPr>
            </a:lvl1pPr>
            <a:lvl2pPr marL="257175" indent="0">
              <a:buNone/>
              <a:defRPr sz="1013">
                <a:solidFill>
                  <a:schemeClr val="tx1">
                    <a:tint val="75000"/>
                  </a:schemeClr>
                </a:solidFill>
              </a:defRPr>
            </a:lvl2pPr>
            <a:lvl3pPr marL="514350" indent="0">
              <a:buNone/>
              <a:defRPr sz="900">
                <a:solidFill>
                  <a:schemeClr val="tx1">
                    <a:tint val="75000"/>
                  </a:schemeClr>
                </a:solidFill>
              </a:defRPr>
            </a:lvl3pPr>
            <a:lvl4pPr marL="7715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4pPr>
            <a:lvl5pPr marL="10287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5pPr>
            <a:lvl6pPr marL="128587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6pPr>
            <a:lvl7pPr marL="154305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7pPr>
            <a:lvl8pPr marL="1800225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8pPr>
            <a:lvl9pPr marL="2057400" indent="0">
              <a:buNone/>
              <a:defRPr sz="788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4C41945-4EC3-46EE-89A9-3D57901DD8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C7D1E93-EAC3-497B-9F75-FEF33982D3A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1D70DE9-C5EA-4867-8AAC-EDC896DBFF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336C67B-43CE-4BF7-A1DC-B91F136393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D655D-852F-4C97-97EA-7C56FC0A1AA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09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ECD376D-446C-4123-BEF5-61C305395D3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97600" y="1600205"/>
            <a:ext cx="53848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575"/>
            </a:lvl1pPr>
            <a:lvl2pPr>
              <a:buNone/>
              <a:defRPr sz="1350"/>
            </a:lvl2pPr>
            <a:lvl3pPr>
              <a:buNone/>
              <a:defRPr sz="1125"/>
            </a:lvl3pPr>
            <a:lvl4pPr>
              <a:buNone/>
              <a:defRPr sz="1013"/>
            </a:lvl4pPr>
            <a:lvl5pPr>
              <a:buNone/>
              <a:defRPr sz="1013"/>
            </a:lvl5pPr>
            <a:lvl6pPr>
              <a:buNone/>
              <a:defRPr sz="1013"/>
            </a:lvl6pPr>
            <a:lvl7pPr>
              <a:buNone/>
              <a:defRPr sz="1013"/>
            </a:lvl7pPr>
            <a:lvl8pPr>
              <a:buNone/>
              <a:defRPr sz="1013"/>
            </a:lvl8pPr>
            <a:lvl9pPr>
              <a:buNone/>
              <a:defRPr sz="1013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EC5971C-21CF-4105-A7AF-C862621E40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DF32E8B9-D266-4367-A18B-E7EA1FF622F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8AB2E80-B035-4F11-A852-7671959E2B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8251649-16BA-40BD-93D6-D30DF0BBE7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0D7E939-78F4-47CC-8810-68BE330C145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535113"/>
            <a:ext cx="5386917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53CA6FA-9A6E-4729-8A42-0B45AF1DE16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09600" y="2174875"/>
            <a:ext cx="5386917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149487C5-C586-46B1-AC92-540B98A5810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93370" y="1535113"/>
            <a:ext cx="5389033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1350" b="1"/>
            </a:lvl1pPr>
            <a:lvl2pPr marL="257175" indent="0">
              <a:buNone/>
              <a:defRPr sz="1125" b="1"/>
            </a:lvl2pPr>
            <a:lvl3pPr marL="514350" indent="0">
              <a:buNone/>
              <a:defRPr sz="1013" b="1"/>
            </a:lvl3pPr>
            <a:lvl4pPr marL="771525" indent="0">
              <a:buNone/>
              <a:defRPr sz="900" b="1"/>
            </a:lvl4pPr>
            <a:lvl5pPr marL="1028700" indent="0">
              <a:buNone/>
              <a:defRPr sz="900" b="1"/>
            </a:lvl5pPr>
            <a:lvl6pPr marL="1285875" indent="0">
              <a:buNone/>
              <a:defRPr sz="900" b="1"/>
            </a:lvl6pPr>
            <a:lvl7pPr marL="1543050" indent="0">
              <a:buNone/>
              <a:defRPr sz="900" b="1"/>
            </a:lvl7pPr>
            <a:lvl8pPr marL="1800225" indent="0">
              <a:buNone/>
              <a:defRPr sz="900" b="1"/>
            </a:lvl8pPr>
            <a:lvl9pPr marL="2057400" indent="0">
              <a:buNone/>
              <a:defRPr sz="9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A2A8CCA2-706C-4DC9-94D8-F8EF0248D6C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93370" y="2174875"/>
            <a:ext cx="5389033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350"/>
            </a:lvl1pPr>
            <a:lvl2pPr>
              <a:buNone/>
              <a:defRPr sz="1125"/>
            </a:lvl2pPr>
            <a:lvl3pPr>
              <a:buNone/>
              <a:defRPr sz="1013"/>
            </a:lvl3pPr>
            <a:lvl4pPr>
              <a:buNone/>
              <a:defRPr sz="900"/>
            </a:lvl4pPr>
            <a:lvl5pPr>
              <a:buNone/>
              <a:defRPr sz="900"/>
            </a:lvl5pPr>
            <a:lvl6pPr>
              <a:buNone/>
              <a:defRPr sz="900"/>
            </a:lvl6pPr>
            <a:lvl7pPr>
              <a:buNone/>
              <a:defRPr sz="900"/>
            </a:lvl7pPr>
            <a:lvl8pPr>
              <a:buNone/>
              <a:defRPr sz="900"/>
            </a:lvl8pPr>
            <a:lvl9pPr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4C1ACC57-FC11-4683-BF5B-C4C1ADB5AC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153BA02-D28C-41E1-84E3-7A006DC5671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52A2C5FE-BC33-4ECC-ADA0-D20A654116A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071766-DE2C-4B91-ADF0-8862BB3A17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B011F2FB-AE95-4F72-9BAC-F4E00850B8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49E6CB2-FBFC-489A-8ABC-2028D74E2DF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1120612-F34B-4587-82BF-3F5D8168790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119E376F-CAC5-49B9-8DF2-A9EA996807F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13804A7-5EC7-4C9F-A636-C5DC42BF16E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272E421-3F1D-409E-B78F-F3272304915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3CF734-7429-4B63-B3E3-FC4239A6D0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3" y="273050"/>
            <a:ext cx="4011084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4C40E00-7923-474E-992C-050C7519A6E3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766733" y="273055"/>
            <a:ext cx="6815667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800"/>
            </a:lvl1pPr>
            <a:lvl2pPr>
              <a:buNone/>
              <a:defRPr sz="1575"/>
            </a:lvl2pPr>
            <a:lvl3pPr>
              <a:buNone/>
              <a:defRPr sz="1350"/>
            </a:lvl3pPr>
            <a:lvl4pPr>
              <a:buNone/>
              <a:defRPr sz="1125"/>
            </a:lvl4pPr>
            <a:lvl5pPr>
              <a:buNone/>
              <a:defRPr sz="1125"/>
            </a:lvl5pPr>
            <a:lvl6pPr>
              <a:buNone/>
              <a:defRPr sz="1125"/>
            </a:lvl6pPr>
            <a:lvl7pPr>
              <a:buNone/>
              <a:defRPr sz="1125"/>
            </a:lvl7pPr>
            <a:lvl8pPr>
              <a:buNone/>
              <a:defRPr sz="1125"/>
            </a:lvl8pPr>
            <a:lvl9pPr>
              <a:buNone/>
              <a:defRPr sz="1125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D16EEA3D-E484-4D91-ACDC-94F6DC9581C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603" y="1435103"/>
            <a:ext cx="4011084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367F4BD-9D08-4E82-8752-A6E85C7DCF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4717D7-EA46-4FC9-9275-2940EBC5A1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A987C65-9DA5-443C-93F0-2EC56F7BBA8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55F8E1-B05C-4334-888A-40B813206A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2389717" y="4800600"/>
            <a:ext cx="73152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1125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4DF1822-2C0A-4EE4-8ABE-7DEE962076E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2389717" y="612775"/>
            <a:ext cx="73152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/>
            </a:lvl1pPr>
            <a:lvl2pPr marL="257175" indent="0">
              <a:buNone/>
              <a:defRPr sz="1575"/>
            </a:lvl2pPr>
            <a:lvl3pPr marL="514350" indent="0">
              <a:buNone/>
              <a:defRPr sz="1350"/>
            </a:lvl3pPr>
            <a:lvl4pPr marL="771525" indent="0">
              <a:buNone/>
              <a:defRPr sz="1125"/>
            </a:lvl4pPr>
            <a:lvl5pPr marL="1028700" indent="0">
              <a:buNone/>
              <a:defRPr sz="1125"/>
            </a:lvl5pPr>
            <a:lvl6pPr marL="1285875" indent="0">
              <a:buNone/>
              <a:defRPr sz="1125"/>
            </a:lvl6pPr>
            <a:lvl7pPr marL="1543050" indent="0">
              <a:buNone/>
              <a:defRPr sz="1125"/>
            </a:lvl7pPr>
            <a:lvl8pPr marL="1800225" indent="0">
              <a:buNone/>
              <a:defRPr sz="1125"/>
            </a:lvl8pPr>
            <a:lvl9pPr marL="2057400" indent="0">
              <a:buNone/>
              <a:defRPr sz="1125"/>
            </a:lvl9pPr>
          </a:lstStyle>
          <a:p xmlns:a="http://schemas.openxmlformats.org/drawingml/2006/main">
            <a:r>
              <a:t>Click icon to add picture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FD9C5AA-5637-4514-A48E-EF9BB96379F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2389717" y="5367338"/>
            <a:ext cx="73152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788"/>
            </a:lvl1pPr>
            <a:lvl2pPr marL="257175" indent="0">
              <a:buNone/>
              <a:defRPr sz="675"/>
            </a:lvl2pPr>
            <a:lvl3pPr marL="514350" indent="0">
              <a:buNone/>
              <a:defRPr sz="563"/>
            </a:lvl3pPr>
            <a:lvl4pPr marL="771525" indent="0">
              <a:buNone/>
              <a:defRPr sz="506"/>
            </a:lvl4pPr>
            <a:lvl5pPr marL="1028700" indent="0">
              <a:buNone/>
              <a:defRPr sz="506"/>
            </a:lvl5pPr>
            <a:lvl6pPr marL="1285875" indent="0">
              <a:buNone/>
              <a:defRPr sz="506"/>
            </a:lvl6pPr>
            <a:lvl7pPr marL="1543050" indent="0">
              <a:buNone/>
              <a:defRPr sz="506"/>
            </a:lvl7pPr>
            <a:lvl8pPr marL="1800225" indent="0">
              <a:buNone/>
              <a:defRPr sz="506"/>
            </a:lvl8pPr>
            <a:lvl9pPr marL="2057400" indent="0">
              <a:buNone/>
              <a:defRPr sz="506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1088EA7-B3D6-4546-8824-CB5BFB6523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F14139E-0501-4938-A06B-FCA404293FA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65AE261-4E17-4E91-A959-C344CBFFEA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B92B613-52C9-4C14-B4ED-967B1BC16E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32D82D3-400F-4496-92A7-B27508D87A5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2F371EA-7676-420F-97B6-395EB6CCFC3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DBE66BA-C9AB-4FAA-8089-7229698421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97E6553-AEAD-408D-B17F-B51EA478AC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376B1E8-8FD8-4F17-A452-F6FFD93E20C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839200" y="274643"/>
            <a:ext cx="27432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E9F0A38-6119-4CE9-8DA7-1EB3556B90F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274643"/>
            <a:ext cx="8026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982465C-A506-417D-B25C-0FB4C6B3C03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8FAD0C6-1754-4990-8AAC-2F4A65C8C7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4CDE0D7-C9D8-49BB-AD98-0056695B202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image" Target="/ppt/media/image.png" Id="Rfb4311ce0428473a" /><Relationship Type="http://schemas.openxmlformats.org/officeDocument/2006/relationships/theme" Target="/ppt/slideMasters/theme/theme2.xml" Id="R7c9b3bbcc0914d2e" /><Relationship Type="http://schemas.openxmlformats.org/officeDocument/2006/relationships/slideLayout" Target="/ppt/slideLayouts/slideLayout1.xml" Id="Rf88c586f2aea49c7" /><Relationship Type="http://schemas.openxmlformats.org/officeDocument/2006/relationships/slideLayout" Target="/ppt/slideLayouts/slideLayout2.xml" Id="Re2d58067d173435e" /><Relationship Type="http://schemas.openxmlformats.org/officeDocument/2006/relationships/slideLayout" Target="/ppt/slideLayouts/slideLayout3.xml" Id="R8c975114fb134408" /><Relationship Type="http://schemas.openxmlformats.org/officeDocument/2006/relationships/slideLayout" Target="/ppt/slideLayouts/slideLayout4.xml" Id="R831473ebfbce458e" /><Relationship Type="http://schemas.openxmlformats.org/officeDocument/2006/relationships/slideLayout" Target="/ppt/slideLayouts/slideLayout5.xml" Id="R376e9d49befb4951" /><Relationship Type="http://schemas.openxmlformats.org/officeDocument/2006/relationships/slideLayout" Target="/ppt/slideLayouts/slideLayout6.xml" Id="R4ae24ddb305c437d" /><Relationship Type="http://schemas.openxmlformats.org/officeDocument/2006/relationships/slideLayout" Target="/ppt/slideLayouts/slideLayout7.xml" Id="R3f99763539bc454a" /><Relationship Type="http://schemas.openxmlformats.org/officeDocument/2006/relationships/slideLayout" Target="/ppt/slideLayouts/slideLayout8.xml" Id="R8dd09e76d8c04254" /><Relationship Type="http://schemas.openxmlformats.org/officeDocument/2006/relationships/slideLayout" Target="/ppt/slideLayouts/slideLayout9.xml" Id="R057bfa714935420d" /><Relationship Type="http://schemas.openxmlformats.org/officeDocument/2006/relationships/slideLayout" Target="/ppt/slideLayouts/slideLayout10.xml" Id="R408061cedaca4edb" /><Relationship Type="http://schemas.openxmlformats.org/officeDocument/2006/relationships/slideLayout" Target="/ppt/slideLayouts/slideLayout11.xml" Id="Ra469e901722d41a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3DB493E-FDA6-4A57-A074-0FB501DBA2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9600" y="274638"/>
            <a:ext cx="109728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589715A-ECBA-4053-9E50-87D269E501C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" y="1600205"/>
            <a:ext cx="109728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9B4007-0CF9-4A4F-BA7B-B255A6229CE9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09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828BE76A-8D17-464E-8A0A-B72C3EB3C0DF}" type="datetimeFigureOut">
              <a:t>14-Feb-26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87B5A6-DC7E-491A-94E7-C99AE93C6F9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165600" y="6356355"/>
            <a:ext cx="3860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E4B6B6-09C2-430A-989D-15DF2565DAD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37600" y="6356355"/>
            <a:ext cx="284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4CE8ACD5-B1E0-4D51-B2B6-78FE6609EF9C}" type="slidenum">
              <a:t>‹#›</a:t>
            </a:fld>
            <a:endParaRPr/>
          </a:p>
        </p:txBody>
      </p:sp>
      <p:pic>
        <p:nvPicPr>
          <p:cNvPr id="11" name="Picture 10">
            <a:extLst xmlns:a="http://schemas.openxmlformats.org/drawingml/2006/main">
              <a:ext uri="{FF2B5EF4-FFF2-40B4-BE49-F238E27FC236}">
                <a16:creationId xmlns:a16="http://schemas.microsoft.com/office/drawing/2014/main" id="{68E68C72-C8BD-40EC-B631-B88D990A08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311ce042847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1112386" y="5899161"/>
            <a:ext cx="1590269" cy="1574800"/>
          </a:xfrm>
          <a:prstGeom xmlns:a="http://schemas.openxmlformats.org/drawingml/2006/main"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88c586f2aea49c7"/>
    <p:sldLayoutId xmlns:r="http://schemas.openxmlformats.org/officeDocument/2006/relationships" id="2147483650" r:id="Re2d58067d173435e"/>
    <p:sldLayoutId xmlns:r="http://schemas.openxmlformats.org/officeDocument/2006/relationships" id="2147483651" r:id="R8c975114fb134408"/>
    <p:sldLayoutId xmlns:r="http://schemas.openxmlformats.org/officeDocument/2006/relationships" id="2147483652" r:id="R831473ebfbce458e"/>
    <p:sldLayoutId xmlns:r="http://schemas.openxmlformats.org/officeDocument/2006/relationships" id="2147483653" r:id="R376e9d49befb4951"/>
    <p:sldLayoutId xmlns:r="http://schemas.openxmlformats.org/officeDocument/2006/relationships" id="2147483654" r:id="R4ae24ddb305c437d"/>
    <p:sldLayoutId xmlns:r="http://schemas.openxmlformats.org/officeDocument/2006/relationships" id="2147483655" r:id="R3f99763539bc454a"/>
    <p:sldLayoutId xmlns:r="http://schemas.openxmlformats.org/officeDocument/2006/relationships" id="2147483656" r:id="R8dd09e76d8c04254"/>
    <p:sldLayoutId xmlns:r="http://schemas.openxmlformats.org/officeDocument/2006/relationships" id="2147483657" r:id="R057bfa714935420d"/>
    <p:sldLayoutId xmlns:r="http://schemas.openxmlformats.org/officeDocument/2006/relationships" id="2147483658" r:id="R408061cedaca4edb"/>
    <p:sldLayoutId xmlns:r="http://schemas.openxmlformats.org/officeDocument/2006/relationships" id="2147483659" r:id="Ra469e901722d41ae"/>
  </p:sldLayoutIdLst>
  <p:txStyles>
    <p:titleStyle>
      <a:lvl1pPr xmlns:a="http://schemas.openxmlformats.org/drawingml/2006/main" algn="ctr" defTabSz="257175">
        <a:spcBef>
          <a:spcPct val="0"/>
        </a:spcBef>
        <a:buNone/>
        <a:defRPr sz="4000" kern="1200">
          <a:solidFill>
            <a:srgbClr val="C19B57"/>
          </a:solidFill>
          <a:latin typeface="Orbitron"/>
          <a:ea typeface="Orbitron"/>
          <a:cs typeface="Orbitron"/>
        </a:defRPr>
      </a:lvl1pPr>
    </p:titleStyle>
    <p:bodyStyle>
      <a:lvl1pPr xmlns:a="http://schemas.openxmlformats.org/drawingml/2006/main" marL="192881" indent="-192881" algn="l" defTabSz="257175">
        <a:spcBef>
          <a:spcPct val="20000"/>
        </a:spcBef>
        <a:buFont typeface="Arial"/>
        <a:buChar char="•"/>
        <a:defRPr sz="2800" kern="1200">
          <a:solidFill>
            <a:schemeClr val="tx1"/>
          </a:solidFill>
          <a:latin typeface="Source Sans 3"/>
          <a:ea typeface="Source Sans 3"/>
          <a:cs typeface="Source Sans 3"/>
        </a:defRPr>
      </a:lvl1pPr>
      <a:lvl2pPr xmlns:a="http://schemas.openxmlformats.org/drawingml/2006/main" marL="417910" indent="-160735" algn="l" defTabSz="257175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Source Sans 3"/>
          <a:ea typeface="Source Sans 3"/>
          <a:cs typeface="Source Sans 3"/>
        </a:defRPr>
      </a:lvl2pPr>
      <a:lvl3pPr xmlns:a="http://schemas.openxmlformats.org/drawingml/2006/main" marL="642938" indent="-128588" algn="l" defTabSz="257175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Source Sans 3"/>
          <a:ea typeface="Source Sans 3"/>
          <a:cs typeface="Source Sans 3"/>
        </a:defRPr>
      </a:lvl3pPr>
      <a:lvl4pPr xmlns:a="http://schemas.openxmlformats.org/drawingml/2006/main" marL="900113" indent="-128588" algn="l" defTabSz="257175"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4pPr>
      <a:lvl5pPr xmlns:a="http://schemas.openxmlformats.org/drawingml/2006/main" marL="1157288" indent="-128588" algn="l" defTabSz="257175"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Source Sans 3"/>
          <a:ea typeface="Source Sans 3"/>
          <a:cs typeface="Source Sans 3"/>
        </a:defRPr>
      </a:lvl5pPr>
      <a:lvl6pPr xmlns:a="http://schemas.openxmlformats.org/drawingml/2006/main" marL="141446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67163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928813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185988" indent="-128588" algn="l" defTabSz="257175">
        <a:spcBef>
          <a:spcPct val="20000"/>
        </a:spcBef>
        <a:buFont typeface="Arial"/>
        <a:buChar char="•"/>
        <a:defRPr sz="1125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2571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5143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7715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0287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128587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154305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1800225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2057400" algn="l" defTabSz="257175">
        <a:buNone/>
        <a:defRPr sz="1013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7be13b67804c98" /><Relationship Type="http://schemas.openxmlformats.org/officeDocument/2006/relationships/notesSlide" Target="/ppt/notesSlides/notesSlide1.xml" Id="Rf2631516b07f47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e135c3d96d403c" /><Relationship Type="http://schemas.openxmlformats.org/officeDocument/2006/relationships/notesSlide" Target="/ppt/notesSlides/notesSlide2.xml" Id="R562cff0f0ef04df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1c0f4995674498a" /><Relationship Type="http://schemas.openxmlformats.org/officeDocument/2006/relationships/notesSlide" Target="/ppt/notesSlides/notesSlide3.xml" Id="R331d4068ee3d49a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f3b0ae256504424" /><Relationship Type="http://schemas.openxmlformats.org/officeDocument/2006/relationships/notesSlide" Target="/ppt/notesSlides/notesSlide4.xml" Id="Raec78d040df748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1cce7595e747a4" /><Relationship Type="http://schemas.openxmlformats.org/officeDocument/2006/relationships/notesSlide" Target="/ppt/notesSlides/notesSlide5.xml" Id="Re6daac55564c435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29fa05456654a5f" /><Relationship Type="http://schemas.openxmlformats.org/officeDocument/2006/relationships/image" Target="/ppt/media/image2.png" Id="R3e526b3e12804346" /><Relationship Type="http://schemas.openxmlformats.org/officeDocument/2006/relationships/notesSlide" Target="/ppt/notesSlides/notesSlide6.xml" Id="Rbcd9571b0f5e4ca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bdcd57beae64232" /><Relationship Type="http://schemas.openxmlformats.org/officeDocument/2006/relationships/notesSlide" Target="/ppt/notesSlides/notesSlide7.xml" Id="Rf9db71b2db1a4f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69524499c844b95" /><Relationship Type="http://schemas.openxmlformats.org/officeDocument/2006/relationships/notesSlide" Target="/ppt/notesSlides/notesSlide8.xml" Id="R12b73e4eca89450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1660c56838a469b" /><Relationship Type="http://schemas.openxmlformats.org/officeDocument/2006/relationships/notesSlide" Target="/ppt/notesSlides/notesSlide9.xml" Id="R2e00174924714b9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f032300ce104045" /><Relationship Type="http://schemas.openxmlformats.org/officeDocument/2006/relationships/image" Target="/ppt/media/image.jpeg" Id="Rc15fd64b8dd442ee" /><Relationship Type="http://schemas.openxmlformats.org/officeDocument/2006/relationships/notesSlide" Target="/ppt/notesSlides/notesSlide10.xml" Id="R830771753a7d4cf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b4e510e9f242e2" /><Relationship Type="http://schemas.openxmlformats.org/officeDocument/2006/relationships/notesSlide" Target="/ppt/notesSlides/notesSlide11.xml" Id="Rb4c19354fc614e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9e9ba151ede4ac5" /><Relationship Type="http://schemas.openxmlformats.org/officeDocument/2006/relationships/image" Target="/ppt/media/image2.jpeg" Id="R25df9516a9304405" /><Relationship Type="http://schemas.openxmlformats.org/officeDocument/2006/relationships/notesSlide" Target="/ppt/notesSlides/notesSlide12.xml" Id="Rb2d300b018bd4a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a21d5c60e440fc" /><Relationship Type="http://schemas.openxmlformats.org/officeDocument/2006/relationships/notesSlide" Target="/ppt/notesSlides/notesSlide13.xml" Id="R9b63fcdccf6844c9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0ac079c74a74e42" /><Relationship Type="http://schemas.openxmlformats.org/officeDocument/2006/relationships/image" Target="/ppt/media/image3.jpeg" Id="R33d6ffbb851c4b32" /><Relationship Type="http://schemas.openxmlformats.org/officeDocument/2006/relationships/notesSlide" Target="/ppt/notesSlides/notesSlide14.xml" Id="Rcab075b214104c0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ef513cf27c4f2b" /><Relationship Type="http://schemas.openxmlformats.org/officeDocument/2006/relationships/notesSlide" Target="/ppt/notesSlides/notesSlide15.xml" Id="Rae5af1ac6ebb41a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66bd6d8ed114492" /><Relationship Type="http://schemas.openxmlformats.org/officeDocument/2006/relationships/notesSlide" Target="/ppt/notesSlides/notesSlide16.xml" Id="Re6b2971673d1434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d145477cf84d93" /><Relationship Type="http://schemas.openxmlformats.org/officeDocument/2006/relationships/notesSlide" Target="/ppt/notesSlides/notesSlide17.xml" Id="R2c8f264d258042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1c68d3513714c9e" /><Relationship Type="http://schemas.openxmlformats.org/officeDocument/2006/relationships/notesSlide" Target="/ppt/notesSlides/notesSlide18.xml" Id="R18949bb642f34af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e5b37e8e224e91" /><Relationship Type="http://schemas.openxmlformats.org/officeDocument/2006/relationships/notesSlide" Target="/ppt/notesSlides/notesSlide19.xml" Id="R4f2413a1e88a4bda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 3">
            <a:extLst xmlns:a="http://schemas.openxmlformats.org/drawingml/2006/main">
              <a:ext uri="{FF2B5EF4-FFF2-40B4-BE49-F238E27FC236}">
                <a16:creationId xmlns:a16="http://schemas.microsoft.com/office/drawing/2014/main" id="{545A441A-7637-3DF3-0B4A-831210D6348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Module 11 MVVM Redo</a:t>
            </a:r>
            <a:endParaRPr/>
          </a:p>
        </p:txBody>
      </p:sp>
      <p:sp>
        <p:nvSpPr>
          <p:cNvPr id="5" name="Subtitle 4">
            <a:extLst xmlns:a="http://schemas.openxmlformats.org/drawingml/2006/main">
              <a:ext uri="{FF2B5EF4-FFF2-40B4-BE49-F238E27FC236}">
                <a16:creationId xmlns:a16="http://schemas.microsoft.com/office/drawing/2014/main" id="{4ACC02DA-BF9B-57F9-BEC0-E5AE4CC39E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IoT Project Cost Estimator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40754002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Create a new MAUI project.</a:t>
            </a:r>
          </a:p>
          <a:p xmlns:a="http://schemas.openxmlformats.org/drawingml/2006/main">
            <a:pPr lvl="0">
              <a:buNone/>
            </a:pPr>
            <a:r>
              <a:t>Build the estimator with MVVM from the start.</a:t>
            </a:r>
          </a:p>
          <a:p xmlns:a="http://schemas.openxmlformats.org/drawingml/2006/main">
            <a:pPr lvl="0">
              <a:buNone/>
            </a:pPr>
            <a:r>
              <a:t>Compare your result with the reference.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Exercise overview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45074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Create a .NET MAUI App in Visual Studio.</a:t>
            </a:r>
          </a:p>
          <a:p xmlns:a="http://schemas.openxmlformats.org/drawingml/2006/main">
            <a:pPr lvl="0">
              <a:buNone/>
            </a:pPr>
            <a:r>
              <a:t>Name it ProjectCostEstimator.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New MAUI project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9474551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template app runs on Windows.</a:t>
            </a:r>
          </a:p>
          <a:p xmlns:a="http://schemas.openxmlformats.org/drawingml/2006/main">
            <a:pPr lvl="0">
              <a:buNone/>
            </a:pPr>
            <a:r>
              <a:t>Keep the reference closed for now.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16965834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Views show controls and handle platform UI.</a:t>
            </a:r>
          </a:p>
          <a:p xmlns:a="http://schemas.openxmlformats.org/drawingml/2006/main">
            <a:pPr lvl="0">
              <a:buNone/>
            </a:pPr>
            <a:r>
              <a:t>View models own form and list decisions.</a:t>
            </a:r>
          </a:p>
          <a:p xmlns:a="http://schemas.openxmlformats.org/drawingml/2006/main">
            <a:pPr lvl="0">
              <a:buNone/>
            </a:pPr>
            <a:r>
              <a:t>Services own storage.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Responsibilities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79447244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Draw the three layers.</a:t>
            </a:r>
          </a:p>
          <a:p xmlns:a="http://schemas.openxmlformats.org/drawingml/2006/main">
            <a:pPr lvl="0">
              <a:buNone/>
            </a:pPr>
            <a:r>
              <a:t>Explain where navigation belongs.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2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89496D-876F-4A0F-8F4D-88F53A8398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526b3e12804346"/>
          <a:stretch xmlns:a="http://schemas.openxmlformats.org/drawingml/2006/main"/>
        </p:blipFill>
        <p:spPr>
          <a:xfrm xmlns:a="http://schemas.openxmlformats.org/drawingml/2006/main">
            <a:off x="2667000" y="3800475"/>
            <a:ext cx="6858000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53849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MaterialItem holds item data.</a:t>
            </a:r>
          </a:p>
          <a:p xmlns:a="http://schemas.openxmlformats.org/drawingml/2006/main">
            <a:pPr lvl="0">
              <a:buNone/>
            </a:pPr>
            <a:r>
              <a:t>IBomService states storage operations.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Model and service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05088710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 sample item has the right total.</a:t>
            </a:r>
          </a:p>
          <a:p xmlns:a="http://schemas.openxmlformats.org/drawingml/2006/main">
            <a:pPr lvl="0">
              <a:buNone/>
            </a:pPr>
            <a:r>
              <a:t>The in-memory service changes the list.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3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216362039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Generated properties hold form state.</a:t>
            </a:r>
          </a:p>
          <a:p xmlns:a="http://schemas.openxmlformats.org/drawingml/2006/main">
            <a:pPr lvl="0">
              <a:buNone/>
            </a:pPr>
            <a:r>
              <a:t>Validation controls Submit.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Editor view model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9132058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page binds to the view model.</a:t>
            </a:r>
          </a:p>
          <a:p xmlns:a="http://schemas.openxmlformats.org/drawingml/2006/main">
            <a:pPr lvl="0">
              <a:buNone/>
            </a:pPr>
            <a:r>
              <a:t>Valid values enable Submit.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5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69C871-13CD-4FD6-91D7-3B503FD3AE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15fd64b8dd442ee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492485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Commands own Add, Edit, and Delete decisions.</a:t>
            </a:r>
          </a:p>
          <a:p xmlns:a="http://schemas.openxmlformats.org/drawingml/2006/main">
            <a:pPr lvl="0">
              <a:buNone/>
            </a:pPr>
            <a:r>
              <a:t>An interface supplies UI results.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7 BOM view model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84651204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The BOM shows the changed rows.</a:t>
            </a:r>
          </a:p>
          <a:p xmlns:a="http://schemas.openxmlformats.org/drawingml/2006/main">
            <a:pPr lvl="0">
              <a:buNone/>
            </a:pPr>
            <a:r>
              <a:t>Cancel keeps the original row.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7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68AC52-1FC2-4E95-AD73-602FC770272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5df9516a9304405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48321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Register services, view models, and pages.</a:t>
            </a:r>
          </a:p>
          <a:p xmlns:a="http://schemas.openxmlformats.org/drawingml/2006/main">
            <a:pPr lvl="0">
              <a:buNone/>
            </a:pPr>
            <a:r>
              <a:t>Shell opens the app destinations.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9 App composition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34717079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Home, BOM, and Help open.</a:t>
            </a:r>
          </a:p>
          <a:p xmlns:a="http://schemas.openxmlformats.org/drawingml/2006/main">
            <a:pPr lvl="0">
              <a:buNone/>
            </a:pPr>
            <a:r>
              <a:t>The editor opens for Add and Edit.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9 Check</a:t>
            </a:r>
            <a:endParaRPr/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2C6B1F-4641-496D-A30B-5836CBDF75D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d6ffbb851c4b32"/>
          <a:stretch xmlns:a="http://schemas.openxmlformats.org/drawingml/2006/main"/>
        </p:blipFill>
        <p:spPr>
          <a:xfrm xmlns:a="http://schemas.openxmlformats.org/drawingml/2006/main">
            <a:off x="3133823" y="3190875"/>
            <a:ext cx="5924355" cy="30480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22197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Swap in JsonBomService.</a:t>
            </a:r>
          </a:p>
          <a:p xmlns:a="http://schemas.openxmlformats.org/drawingml/2006/main">
            <a:pPr lvl="0">
              <a:buNone/>
            </a:pPr>
            <a:r>
              <a:t>Load items when the BOM page appears.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10 JSON persistence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953263055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Items survive restart.</a:t>
            </a:r>
          </a:p>
          <a:p xmlns:a="http://schemas.openxmlformats.org/drawingml/2006/main">
            <a:pPr lvl="0">
              <a:buNone/>
            </a:pPr>
            <a:r>
              <a:t>The same BOM workflow still works.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10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72219141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Test save and reload.</a:t>
            </a:r>
          </a:p>
          <a:p xmlns:a="http://schemas.openxmlformats.org/drawingml/2006/main">
            <a:pPr lvl="0">
              <a:buNone/>
            </a:pPr>
            <a:r>
              <a:t>Test decisions with a fake UI service.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11 Test the redo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93520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Automated tests pass.</a:t>
            </a:r>
          </a:p>
          <a:p xmlns:a="http://schemas.openxmlformats.org/drawingml/2006/main">
            <a:pPr lvl="0">
              <a:buNone/>
            </a:pPr>
            <a:r>
              <a:t>Add, Edit, Cancel, and Delete work.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Step 11 Check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498543845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F82553E-233C-4555-A6AC-8BF0D00BBEF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Show the completed app workflow.</a:t>
            </a:r>
          </a:p>
          <a:p xmlns:a="http://schemas.openxmlformats.org/drawingml/2006/main">
            <a:pPr lvl="0">
              <a:buNone/>
            </a:pPr>
            <a:r>
              <a:t>Explain which responsibility changed.</a:t>
            </a:r>
          </a:p>
          <a:p xmlns:a="http://schemas.openxmlformats.org/drawingml/2006/main">
            <a:pPr lvl="0">
              <a:buNone/>
            </a:pPr>
            <a:r>
              <a:t>Check the result before the next module.</a:t>
            </a:r>
          </a:p>
        </p:txBody>
      </p:sp>
      <p:sp>
        <p:nvSpPr>
          <p:cNvPr id="3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2DF4F548-EDEF-186D-6633-AF1ABC814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Module review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016003529"/>
      </p:ext>
    </p:extLst>
  </p:cSld>
</p:sld>
</file>

<file path=ppt/theme/theme1.xml><?xml version="1.0" encoding="utf-8"?>
<a:theme xmlns:a="http://schemas.openxmlformats.org/drawingml/2006/main" name="EMMW Tech Bronze Theme Widescree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2026-10-15T21:05:22.9800000Z</dcterms:created>
  <dcterms:modified xsi:type="dcterms:W3CDTF">2026-10-15T21:05:22.9800000Z</dcterms:modified>
</coreProperties>
</file>