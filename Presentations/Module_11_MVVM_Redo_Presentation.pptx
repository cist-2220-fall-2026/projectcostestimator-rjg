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5ee7884d2a4e0a" /><Relationship Type="http://schemas.openxmlformats.org/officeDocument/2006/relationships/extended-properties" Target="/docProps/app.xml" Id="Rfa337027b97e4e89" /><Relationship Type="http://schemas.openxmlformats.org/officeDocument/2006/relationships/officeDocument" Target="/ppt/presentation.xml" Id="R41f91ce97f834b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be6be6ef84d00"/>
  </p:sldMasterIdLst>
  <p:notesMasterIdLst>
    <p:notesMasterId xmlns:r="http://schemas.openxmlformats.org/officeDocument/2006/relationships" r:id="R24af0d7e17854d7b"/>
  </p:notesMasterIdLst>
  <p:sldIdLst>
    <p:sldId xmlns:r="http://schemas.openxmlformats.org/officeDocument/2006/relationships" id="256" r:id="R689408bd8c574017"/>
    <p:sldId xmlns:r="http://schemas.openxmlformats.org/officeDocument/2006/relationships" id="257" r:id="R20502698d8454042"/>
    <p:sldId xmlns:r="http://schemas.openxmlformats.org/officeDocument/2006/relationships" id="258" r:id="Re350ca33b8e54021"/>
    <p:sldId xmlns:r="http://schemas.openxmlformats.org/officeDocument/2006/relationships" id="259" r:id="R53ca27e6c0954986"/>
    <p:sldId xmlns:r="http://schemas.openxmlformats.org/officeDocument/2006/relationships" id="260" r:id="R29bd1ac4036542c1"/>
    <p:sldId xmlns:r="http://schemas.openxmlformats.org/officeDocument/2006/relationships" id="261" r:id="R137402ecc1fd4b02"/>
    <p:sldId xmlns:r="http://schemas.openxmlformats.org/officeDocument/2006/relationships" id="262" r:id="R7753d8345b9f49d1"/>
    <p:sldId xmlns:r="http://schemas.openxmlformats.org/officeDocument/2006/relationships" id="263" r:id="Rf0bd65fe4e154873"/>
    <p:sldId xmlns:r="http://schemas.openxmlformats.org/officeDocument/2006/relationships" id="264" r:id="R7ab53162b3234f90"/>
    <p:sldId xmlns:r="http://schemas.openxmlformats.org/officeDocument/2006/relationships" id="265" r:id="Rb29ae6ca31f24f6b"/>
    <p:sldId xmlns:r="http://schemas.openxmlformats.org/officeDocument/2006/relationships" id="266" r:id="R05996ab2e0d34158"/>
    <p:sldId xmlns:r="http://schemas.openxmlformats.org/officeDocument/2006/relationships" id="267" r:id="Rd0804977d8bf448e"/>
    <p:sldId xmlns:r="http://schemas.openxmlformats.org/officeDocument/2006/relationships" id="268" r:id="Rb99e4f74ff1f4da0"/>
    <p:sldId xmlns:r="http://schemas.openxmlformats.org/officeDocument/2006/relationships" id="269" r:id="Re4b04780d2574f83"/>
    <p:sldId xmlns:r="http://schemas.openxmlformats.org/officeDocument/2006/relationships" id="270" r:id="Rb1147de9a95a4160"/>
    <p:sldId xmlns:r="http://schemas.openxmlformats.org/officeDocument/2006/relationships" id="271" r:id="Raf5324fb8ab24a4d"/>
    <p:sldId xmlns:r="http://schemas.openxmlformats.org/officeDocument/2006/relationships" id="272" r:id="R75a86ec624374404"/>
    <p:sldId xmlns:r="http://schemas.openxmlformats.org/officeDocument/2006/relationships" id="273" r:id="R0ed091c32e434747"/>
    <p:sldId xmlns:r="http://schemas.openxmlformats.org/officeDocument/2006/relationships" id="274" r:id="R3979f81cfa9a4662"/>
    <p:sldId xmlns:r="http://schemas.openxmlformats.org/officeDocument/2006/relationships" id="275" r:id="Rf92d261fc270406e"/>
    <p:sldId xmlns:r="http://schemas.openxmlformats.org/officeDocument/2006/relationships" id="276" r:id="Rbfa261a2e4ed4b69"/>
    <p:sldId xmlns:r="http://schemas.openxmlformats.org/officeDocument/2006/relationships" id="277" r:id="R251bed488d3542e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eeb9b0937a4af3" /><Relationship Type="http://schemas.openxmlformats.org/officeDocument/2006/relationships/slideMaster" Target="/ppt/slideMasters/slideMaster1.xml" Id="Rc58be6be6ef84d00" /><Relationship Type="http://schemas.openxmlformats.org/officeDocument/2006/relationships/notesMaster" Target="/ppt/notesMasters/notesMaster1.xml" Id="R24af0d7e17854d7b" /><Relationship Type="http://schemas.openxmlformats.org/officeDocument/2006/relationships/presProps" Target="/ppt/presProps.xml" Id="Rae7edf6f27814299" /><Relationship Type="http://schemas.openxmlformats.org/officeDocument/2006/relationships/viewProps" Target="/ppt/viewProps.xml" Id="Rf59a65cc4a8d437f" /><Relationship Type="http://schemas.openxmlformats.org/officeDocument/2006/relationships/tableStyles" Target="/ppt/tableStyles.xml" Id="R55e0c4f122764f6e" /><Relationship Type="http://schemas.openxmlformats.org/officeDocument/2006/relationships/slide" Target="/ppt/slides/slide1.xml" Id="R689408bd8c574017" /><Relationship Type="http://schemas.openxmlformats.org/officeDocument/2006/relationships/slide" Target="/ppt/slides/slide2.xml" Id="R20502698d8454042" /><Relationship Type="http://schemas.openxmlformats.org/officeDocument/2006/relationships/slide" Target="/ppt/slides/slide3.xml" Id="Re350ca33b8e54021" /><Relationship Type="http://schemas.openxmlformats.org/officeDocument/2006/relationships/slide" Target="/ppt/slides/slide4.xml" Id="R53ca27e6c0954986" /><Relationship Type="http://schemas.openxmlformats.org/officeDocument/2006/relationships/slide" Target="/ppt/slides/slide5.xml" Id="R29bd1ac4036542c1" /><Relationship Type="http://schemas.openxmlformats.org/officeDocument/2006/relationships/slide" Target="/ppt/slides/slide6.xml" Id="R137402ecc1fd4b02" /><Relationship Type="http://schemas.openxmlformats.org/officeDocument/2006/relationships/slide" Target="/ppt/slides/slide7.xml" Id="R7753d8345b9f49d1" /><Relationship Type="http://schemas.openxmlformats.org/officeDocument/2006/relationships/slide" Target="/ppt/slides/slide8.xml" Id="Rf0bd65fe4e154873" /><Relationship Type="http://schemas.openxmlformats.org/officeDocument/2006/relationships/slide" Target="/ppt/slides/slide9.xml" Id="R7ab53162b3234f90" /><Relationship Type="http://schemas.openxmlformats.org/officeDocument/2006/relationships/slide" Target="/ppt/slides/slide10.xml" Id="Rb29ae6ca31f24f6b" /><Relationship Type="http://schemas.openxmlformats.org/officeDocument/2006/relationships/slide" Target="/ppt/slides/slide11.xml" Id="R05996ab2e0d34158" /><Relationship Type="http://schemas.openxmlformats.org/officeDocument/2006/relationships/slide" Target="/ppt/slides/slide12.xml" Id="Rd0804977d8bf448e" /><Relationship Type="http://schemas.openxmlformats.org/officeDocument/2006/relationships/slide" Target="/ppt/slides/slide13.xml" Id="Rb99e4f74ff1f4da0" /><Relationship Type="http://schemas.openxmlformats.org/officeDocument/2006/relationships/slide" Target="/ppt/slides/slide14.xml" Id="Re4b04780d2574f83" /><Relationship Type="http://schemas.openxmlformats.org/officeDocument/2006/relationships/slide" Target="/ppt/slides/slide15.xml" Id="Rb1147de9a95a4160" /><Relationship Type="http://schemas.openxmlformats.org/officeDocument/2006/relationships/slide" Target="/ppt/slides/slide16.xml" Id="Raf5324fb8ab24a4d" /><Relationship Type="http://schemas.openxmlformats.org/officeDocument/2006/relationships/slide" Target="/ppt/slides/slide17.xml" Id="R75a86ec624374404" /><Relationship Type="http://schemas.openxmlformats.org/officeDocument/2006/relationships/slide" Target="/ppt/slides/slide18.xml" Id="R0ed091c32e434747" /><Relationship Type="http://schemas.openxmlformats.org/officeDocument/2006/relationships/slide" Target="/ppt/slides/slide19.xml" Id="R3979f81cfa9a4662" /><Relationship Type="http://schemas.openxmlformats.org/officeDocument/2006/relationships/slide" Target="/ppt/slides/slide20.xml" Id="Rf92d261fc270406e" /><Relationship Type="http://schemas.openxmlformats.org/officeDocument/2006/relationships/slide" Target="/ppt/slides/slide21.xml" Id="Rbfa261a2e4ed4b69" /><Relationship Type="http://schemas.openxmlformats.org/officeDocument/2006/relationships/slide" Target="/ppt/slides/slide22.xml" Id="R251bed488d3542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0493308b6743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37b090114e4f22" /><Relationship Type="http://schemas.openxmlformats.org/officeDocument/2006/relationships/notesMaster" Target="/ppt/notesMasters/notesMaster1.xml" Id="Ref07da9aba204c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53cf62d5d84035" /><Relationship Type="http://schemas.openxmlformats.org/officeDocument/2006/relationships/notesMaster" Target="/ppt/notesMasters/notesMaster1.xml" Id="R654a4c2d856d44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766f0e13744e7f" /><Relationship Type="http://schemas.openxmlformats.org/officeDocument/2006/relationships/notesMaster" Target="/ppt/notesMasters/notesMaster1.xml" Id="Rb2f2ac0b571d48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1252cb1c5549a4" /><Relationship Type="http://schemas.openxmlformats.org/officeDocument/2006/relationships/notesMaster" Target="/ppt/notesMasters/notesMaster1.xml" Id="R12b7acef82fc4a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a273ef44f8443d" /><Relationship Type="http://schemas.openxmlformats.org/officeDocument/2006/relationships/notesMaster" Target="/ppt/notesMasters/notesMaster1.xml" Id="Rc4df6413f59a40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ed07b5d87f428d" /><Relationship Type="http://schemas.openxmlformats.org/officeDocument/2006/relationships/notesMaster" Target="/ppt/notesMasters/notesMaster1.xml" Id="Rf57dab87ff7141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9b1a4cced740ff" /><Relationship Type="http://schemas.openxmlformats.org/officeDocument/2006/relationships/notesMaster" Target="/ppt/notesMasters/notesMaster1.xml" Id="R10473164c8d34b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c34c3f84bc4d70" /><Relationship Type="http://schemas.openxmlformats.org/officeDocument/2006/relationships/notesMaster" Target="/ppt/notesMasters/notesMaster1.xml" Id="R598dba8f194a4e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a2577be0e04310" /><Relationship Type="http://schemas.openxmlformats.org/officeDocument/2006/relationships/notesMaster" Target="/ppt/notesMasters/notesMaster1.xml" Id="Rb0c72ae68ab245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c5a6e6b9e54e17" /><Relationship Type="http://schemas.openxmlformats.org/officeDocument/2006/relationships/notesMaster" Target="/ppt/notesMasters/notesMaster1.xml" Id="Rdf283e1085b443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5af817c67e4258" /><Relationship Type="http://schemas.openxmlformats.org/officeDocument/2006/relationships/notesMaster" Target="/ppt/notesMasters/notesMaster1.xml" Id="Ra08081ec545c47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b3c8434ec24c18" /><Relationship Type="http://schemas.openxmlformats.org/officeDocument/2006/relationships/notesMaster" Target="/ppt/notesMasters/notesMaster1.xml" Id="R4390ebcc841747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7771c861264c54" /><Relationship Type="http://schemas.openxmlformats.org/officeDocument/2006/relationships/notesMaster" Target="/ppt/notesMasters/notesMaster1.xml" Id="R42fe78d5088446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76800e957140c4" /><Relationship Type="http://schemas.openxmlformats.org/officeDocument/2006/relationships/notesMaster" Target="/ppt/notesMasters/notesMaster1.xml" Id="Rc7057383554647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d79b10ca814eaa" /><Relationship Type="http://schemas.openxmlformats.org/officeDocument/2006/relationships/notesMaster" Target="/ppt/notesMasters/notesMaster1.xml" Id="R39de6c79d57b45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02c956e62649a6" /><Relationship Type="http://schemas.openxmlformats.org/officeDocument/2006/relationships/notesMaster" Target="/ppt/notesMasters/notesMaster1.xml" Id="R345bd8362a8541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54fd2ccd8b458a" /><Relationship Type="http://schemas.openxmlformats.org/officeDocument/2006/relationships/notesMaster" Target="/ppt/notesMasters/notesMaster1.xml" Id="R019e9e004be541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1b9c93ca27d4150" /><Relationship Type="http://schemas.openxmlformats.org/officeDocument/2006/relationships/notesMaster" Target="/ppt/notesMasters/notesMaster1.xml" Id="R40fb82dda31040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7dd961c30a4eeb" /><Relationship Type="http://schemas.openxmlformats.org/officeDocument/2006/relationships/notesMaster" Target="/ppt/notesMasters/notesMaster1.xml" Id="R6e3b182d7d9c44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70e39ea39f14364" /><Relationship Type="http://schemas.openxmlformats.org/officeDocument/2006/relationships/notesMaster" Target="/ppt/notesMasters/notesMaster1.xml" Id="Rb231f8ad7d2043c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aec825d2bc140b6" /><Relationship Type="http://schemas.openxmlformats.org/officeDocument/2006/relationships/notesMaster" Target="/ppt/notesMasters/notesMaster1.xml" Id="R6d1ecae6f50d4c0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b306d82dea349e4" /><Relationship Type="http://schemas.openxmlformats.org/officeDocument/2006/relationships/notesMaster" Target="/ppt/notesMasters/notesMaster1.xml" Id="R00de3b9ded1b41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matching Word tutorial after the exercise overview. Source: Module 11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the outcome before they start. Source: Module 11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framework idea before the first exercise step.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identify the C# object, the XAML control, and the connection between them. Source: Module 11 Word tutorial.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1: explain these concepts. Ask students to predict what the change will do. Then open Step 1 in the Word tutorial. Source: Module 11 Word tutorial. Related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1: run the app or inspect the code. Ask students to explain the observed result. Source: Module 11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2: explain these concepts. Ask students to predict what the change will do. Then open Step 2 in the Word tutorial. Source: Module 11 Word tutorial. Related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2: run the app or inspect the code. Ask students to explain the observed result. Source: Module 11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3: explain these concepts. Ask students to predict what the change will do. Then open Step 3 in the Word tutorial. Source: Module 11 Word tutorial. Related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3: run the app or inspect the code. Ask students to explain the observed result. Source: Module 11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5: explain these concepts. Ask students to predict what the change will do. Then open Step 5 in the Word tutorial. Source: Module 11 Word tutorial. Related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5: run the app or inspect the code. Ask students to explain the observed result. Source: Module 11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7: explain these concepts. Ask students to predict what the change will do. Then open Step 7 in the Word tutorial. Source: Module 11 Word tutorial. Related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7: run the app or inspect the code. Ask students to explain the observed result. Source: Module 11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9: explain these concepts. Ask students to predict what the change will do. Then open Step 9 in the Word tutorial. Source: Module 11 Word tutorial. Related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9: run the app or inspect the code. Ask students to explain the observed result. Source: Module 11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10: explain these concepts. Ask students to predict what the change will do. Then open Step 10 in the Word tutorial. Source: Module 11 Word tutorial. Related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10: run the app or inspect the code. Ask students to explain the observed result. Source: Module 11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11: explain these concepts. Ask students to predict what the change will do. Then open Step 11 in the Word tutorial. Source: Module 11 Word tutorial. Related MAUI documentation: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11: run the app or inspect the code. Ask students to explain the observed result. Source: Module 11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final tutorial checklist. Ask students to explain the module concept without reading code. Source: Module 11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reading: Data binding and MVVM. https://learn.microsoft.com/dotnet/maui/xaml/fundamentals/mvvm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a35637b7344aa" /><Relationship Type="http://schemas.openxmlformats.org/officeDocument/2006/relationships/image" Target="/ppt/media/image.png" Id="R6e872e854dca46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7414e304d40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1e033e3914e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a3069cfe94c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c96c809c74d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9b4fa05aed4c6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5252bb2754af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b354251e548e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4d21d0c614b4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2fdef1071451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ebb036b3c4406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Rectangle">
            <a:extLst xmlns:a="http://schemas.openxmlformats.org/drawingml/2006/main">
              <a:ext uri="{FF2B5EF4-FFF2-40B4-BE49-F238E27FC236}">
                <a16:creationId xmlns:a16="http://schemas.microsoft.com/office/drawing/2014/main" id="{A8337851-1C2F-255A-B02C-62D7A1C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FCA9BA37-176A-4E96-895D-B473BFF47F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72e854dca46d5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493" y="280600"/>
            <a:ext cx="7249014" cy="7178499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B19A28E-E483-5B65-D3DF-993E4D1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0140" y="346791"/>
            <a:ext cx="14630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5CDC6E-08BA-8B17-B723-AEBCF89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41202"/>
            <a:ext cx="10506456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5143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013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008D03-D167-4C59-B4A4-9EAF8E61241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2876" y="970226"/>
            <a:ext cx="10363200" cy="214947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000" b="1" kern="1200">
                <a:solidFill>
                  <a:schemeClr val="bg1"/>
                </a:solidFill>
                <a:latin typeface="Orbitron"/>
                <a:ea typeface="Orbitron"/>
                <a:cs typeface="Orbitron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E6D10C9-0CDA-44A1-ABA7-351DD9810C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12879" y="3396875"/>
            <a:ext cx="10363199" cy="26151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60735" indent="-160735" algn="l">
              <a:buFont typeface="Arial"/>
              <a:buChar char="•"/>
              <a:defRPr sz="2000" kern="1200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759099-D785-407B-9A12-A25B2681FD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2D990E-1D7B-4726-A22E-F8C76DE569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06A44B-A23C-4D6C-B848-345831DA81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1042D97-83DB-BE5F-E8CD-8D278F42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1" y="546847"/>
            <a:ext cx="1016000" cy="258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B144D6-1C4A-440D-AF78-793DF8FDC9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8C38383-1ED0-4206-9822-0DAEE72C0A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772E94-D351-455E-BA10-08172E64A2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30024" y="6356355"/>
            <a:ext cx="221129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7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191EA2-2201-464D-AC6E-07B120495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5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225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B6E60E-AF0D-462B-B347-137723BC87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D389EF-9117-4BC5-86CD-A73AF26CA0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B78004-D87B-4DEE-AE3E-099F81A354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9CFECE-3415-4FD0-98CE-3F107163BA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7817BD-BB7E-4EA4-B8B7-D1EA319C9B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5B5CFA1-8FE1-4D52-93AB-AFB6A8CE40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6DA7D4B-B770-4ED2-821D-3F3EC84825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7DC18B4-866E-419C-BF22-1E908AF513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2CD77FA-E5F4-438E-919A-80341A6F29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AC91DE2-A6DF-4A61-9132-8248D87870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1579F4-F7CE-4591-AD4F-8C363048B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35B9D3-D3C2-4402-9537-F57B1B67D6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92311C6-E442-4183-A30D-B03B160524C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8F157DE-A48E-4D30-AEBE-E1A3A0D3486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70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D434C91-BC12-47F5-9AD5-E6C6833B9E1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70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CC506CE-03B7-4A35-B409-4071FAD6FA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E59B539-BFE2-4EC5-B6D5-BAF4667B54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79FD783-DC44-4D18-BDEB-FA59B6D758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37E436-4460-4B36-AD1F-369CC53C1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67536FA-E9BC-431D-8FD9-BA5B242E9B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64777E3-2B1E-4142-AEB7-62ADDC7FBE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2DB1F15-E3E4-4CA6-89B1-94C958120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A57C7E1-8A38-4CA4-AF54-E9A8DEFF2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F5988D5-9914-4BF6-944D-A6B59E1574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2025B7F-F11F-4ECF-97B2-CC58763D8B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3D16DE-F083-45DC-8E95-17374227F4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3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F8AA5B-45DF-4D16-9D9A-991C40B67E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5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75"/>
            </a:lvl2pPr>
            <a:lvl3pPr>
              <a:buNone/>
              <a:defRPr sz="1350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86181F3-473B-47C2-9BF5-9B48CB931B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3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2E035F8-126D-409B-9E3A-B21EC49688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376ACDA-AEF1-4E70-BF6D-A260151BD2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C48F56C-0FA0-4745-B919-204A7A7244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42009C-B1BE-4BBB-A768-DF9ACBFA85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1E26C36-C879-4831-A53E-9FDEB485F0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84BA03B-B586-4657-8ECD-38079487DA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58E737D-91F2-47B1-A890-4AF3DB9BA0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9BDD1D3-398F-40B1-889C-21E58CCA8A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B3B30FE-64F1-4398-95D3-88FEE2A7EF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D1AED5-E094-4E81-AADF-A7E2039231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84E7AD6-010F-4D02-A476-B4B425201D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C2EB3E0-95FA-4AC9-AC8F-E79E01BE38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A2F0CA-6DEC-4587-AA6E-2CA7783456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0EA845-3471-4F4A-A6B8-383B7F222D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335E738-7167-432C-A184-240A547D30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3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AD253F-D818-43AE-9796-512A4E255B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3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062E854-6161-4D39-ABB9-A29DCABF6F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F8836A-F14F-4A69-AD70-11EBBA0A74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E53466-3440-46F6-BB0A-DDCB30D8D4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1f4e2bd2d054790" /><Relationship Type="http://schemas.openxmlformats.org/officeDocument/2006/relationships/theme" Target="/ppt/slideMasters/theme/theme2.xml" Id="R423232fb8ee64de6" /><Relationship Type="http://schemas.openxmlformats.org/officeDocument/2006/relationships/slideLayout" Target="/ppt/slideLayouts/slideLayout1.xml" Id="R12606f8c522c4f76" /><Relationship Type="http://schemas.openxmlformats.org/officeDocument/2006/relationships/slideLayout" Target="/ppt/slideLayouts/slideLayout2.xml" Id="Reecbad75c1c64df5" /><Relationship Type="http://schemas.openxmlformats.org/officeDocument/2006/relationships/slideLayout" Target="/ppt/slideLayouts/slideLayout3.xml" Id="Rfd1133cf90cc41f8" /><Relationship Type="http://schemas.openxmlformats.org/officeDocument/2006/relationships/slideLayout" Target="/ppt/slideLayouts/slideLayout4.xml" Id="R7f16346a777d4adf" /><Relationship Type="http://schemas.openxmlformats.org/officeDocument/2006/relationships/slideLayout" Target="/ppt/slideLayouts/slideLayout5.xml" Id="R810b982ac42e4f30" /><Relationship Type="http://schemas.openxmlformats.org/officeDocument/2006/relationships/slideLayout" Target="/ppt/slideLayouts/slideLayout6.xml" Id="Rce1160544c32485c" /><Relationship Type="http://schemas.openxmlformats.org/officeDocument/2006/relationships/slideLayout" Target="/ppt/slideLayouts/slideLayout7.xml" Id="R13ccc962a94545df" /><Relationship Type="http://schemas.openxmlformats.org/officeDocument/2006/relationships/slideLayout" Target="/ppt/slideLayouts/slideLayout8.xml" Id="R6b88828eb8314302" /><Relationship Type="http://schemas.openxmlformats.org/officeDocument/2006/relationships/slideLayout" Target="/ppt/slideLayouts/slideLayout9.xml" Id="R1394bdaf75e94d1e" /><Relationship Type="http://schemas.openxmlformats.org/officeDocument/2006/relationships/slideLayout" Target="/ppt/slideLayouts/slideLayout10.xml" Id="Re9165f966f58431d" /><Relationship Type="http://schemas.openxmlformats.org/officeDocument/2006/relationships/slideLayout" Target="/ppt/slideLayouts/slideLayout11.xml" Id="Rf567b982456c402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227C0A6-3248-4E46-B50A-840227AD68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83BED4-6236-4ED3-B51C-2688FD2B1C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5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1476842-A6BB-43B9-BF3E-FA2C9FE7420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3F812C-5954-45FD-A7E3-00EDD71F506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1317E-22D0-4D93-BC3F-E779FFAADCF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5417D14B-0B0A-49E1-B513-D7DE9D736C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4e2bd2d054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386" y="5899161"/>
            <a:ext cx="1590269" cy="15748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606f8c522c4f76"/>
    <p:sldLayoutId xmlns:r="http://schemas.openxmlformats.org/officeDocument/2006/relationships" id="2147483650" r:id="Reecbad75c1c64df5"/>
    <p:sldLayoutId xmlns:r="http://schemas.openxmlformats.org/officeDocument/2006/relationships" id="2147483651" r:id="Rfd1133cf90cc41f8"/>
    <p:sldLayoutId xmlns:r="http://schemas.openxmlformats.org/officeDocument/2006/relationships" id="2147483652" r:id="R7f16346a777d4adf"/>
    <p:sldLayoutId xmlns:r="http://schemas.openxmlformats.org/officeDocument/2006/relationships" id="2147483653" r:id="R810b982ac42e4f30"/>
    <p:sldLayoutId xmlns:r="http://schemas.openxmlformats.org/officeDocument/2006/relationships" id="2147483654" r:id="Rce1160544c32485c"/>
    <p:sldLayoutId xmlns:r="http://schemas.openxmlformats.org/officeDocument/2006/relationships" id="2147483655" r:id="R13ccc962a94545df"/>
    <p:sldLayoutId xmlns:r="http://schemas.openxmlformats.org/officeDocument/2006/relationships" id="2147483656" r:id="R6b88828eb8314302"/>
    <p:sldLayoutId xmlns:r="http://schemas.openxmlformats.org/officeDocument/2006/relationships" id="2147483657" r:id="R1394bdaf75e94d1e"/>
    <p:sldLayoutId xmlns:r="http://schemas.openxmlformats.org/officeDocument/2006/relationships" id="2147483658" r:id="Re9165f966f58431d"/>
    <p:sldLayoutId xmlns:r="http://schemas.openxmlformats.org/officeDocument/2006/relationships" id="2147483659" r:id="Rf567b982456c4026"/>
  </p:sldLayoutIdLst>
  <p:txStyles>
    <p:titleStyle>
      <a:lvl1pPr xmlns:a="http://schemas.openxmlformats.org/drawingml/2006/main" algn="ctr" defTabSz="257175">
        <a:spcBef>
          <a:spcPct val="0"/>
        </a:spcBef>
        <a:buNone/>
        <a:defRPr sz="4000" kern="1200">
          <a:solidFill>
            <a:srgbClr val="C19B57"/>
          </a:solidFill>
          <a:latin typeface="Orbitron"/>
          <a:ea typeface="Orbitron"/>
          <a:cs typeface="Orbitron"/>
        </a:defRPr>
      </a:lvl1pPr>
    </p:titleStyle>
    <p:bodyStyle>
      <a:lvl1pPr xmlns:a="http://schemas.openxmlformats.org/drawingml/2006/main" marL="192881" indent="-192881" algn="l" defTabSz="257175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Source Sans 3"/>
          <a:ea typeface="Source Sans 3"/>
          <a:cs typeface="Source Sans 3"/>
        </a:defRPr>
      </a:lvl1pPr>
      <a:lvl2pPr xmlns:a="http://schemas.openxmlformats.org/drawingml/2006/main" marL="417910" indent="-160735" algn="l" defTabSz="257175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Source Sans 3"/>
          <a:ea typeface="Source Sans 3"/>
          <a:cs typeface="Source Sans 3"/>
        </a:defRPr>
      </a:lvl2pPr>
      <a:lvl3pPr xmlns:a="http://schemas.openxmlformats.org/drawingml/2006/main" marL="642938" indent="-128588" algn="l" defTabSz="257175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Source Sans 3"/>
          <a:ea typeface="Source Sans 3"/>
          <a:cs typeface="Source Sans 3"/>
        </a:defRPr>
      </a:lvl3pPr>
      <a:lvl4pPr xmlns:a="http://schemas.openxmlformats.org/drawingml/2006/main" marL="900113" indent="-128588" algn="l" defTabSz="257175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4pPr>
      <a:lvl5pPr xmlns:a="http://schemas.openxmlformats.org/drawingml/2006/main" marL="1157288" indent="-128588" algn="l" defTabSz="257175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5pPr>
      <a:lvl6pPr xmlns:a="http://schemas.openxmlformats.org/drawingml/2006/main" marL="141446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67163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92881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18598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71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43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715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0287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858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5430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8002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0574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edfbf10844a8f" /><Relationship Type="http://schemas.openxmlformats.org/officeDocument/2006/relationships/notesSlide" Target="/ppt/notesSlides/notesSlide1.xml" Id="R05dc8578f1544b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8d905ae90244be" /><Relationship Type="http://schemas.openxmlformats.org/officeDocument/2006/relationships/notesSlide" Target="/ppt/notesSlides/notesSlide2.xml" Id="Rc0e0e36531874d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1fc14f9df24fc0" /><Relationship Type="http://schemas.openxmlformats.org/officeDocument/2006/relationships/image" Target="/ppt/media/image2.png" Id="R7fa40bcd842444ca" /><Relationship Type="http://schemas.openxmlformats.org/officeDocument/2006/relationships/notesSlide" Target="/ppt/notesSlides/notesSlide3.xml" Id="Rb645a19c005545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b414a47bbc4e5f" /><Relationship Type="http://schemas.openxmlformats.org/officeDocument/2006/relationships/notesSlide" Target="/ppt/notesSlides/notesSlide4.xml" Id="R006f133ff63c44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4984054c304510" /><Relationship Type="http://schemas.openxmlformats.org/officeDocument/2006/relationships/notesSlide" Target="/ppt/notesSlides/notesSlide5.xml" Id="R4ba9a1317d6a42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f2e7834aa0436e" /><Relationship Type="http://schemas.openxmlformats.org/officeDocument/2006/relationships/notesSlide" Target="/ppt/notesSlides/notesSlide6.xml" Id="R1018e1c912a241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2a52e753bf4574" /><Relationship Type="http://schemas.openxmlformats.org/officeDocument/2006/relationships/notesSlide" Target="/ppt/notesSlides/notesSlide7.xml" Id="Rc3ed258a862643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13874d1d614938" /><Relationship Type="http://schemas.openxmlformats.org/officeDocument/2006/relationships/notesSlide" Target="/ppt/notesSlides/notesSlide8.xml" Id="R9053c265e2694a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de93940fc54532" /><Relationship Type="http://schemas.openxmlformats.org/officeDocument/2006/relationships/notesSlide" Target="/ppt/notesSlides/notesSlide9.xml" Id="R90f5cc0b408a4d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599ed67414219" /><Relationship Type="http://schemas.openxmlformats.org/officeDocument/2006/relationships/notesSlide" Target="/ppt/notesSlides/notesSlide10.xml" Id="R269be6af784840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07812a4f9e4b34" /><Relationship Type="http://schemas.openxmlformats.org/officeDocument/2006/relationships/notesSlide" Target="/ppt/notesSlides/notesSlide11.xml" Id="Rd4ffeae3b7164a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bfe860d83c4c34" /><Relationship Type="http://schemas.openxmlformats.org/officeDocument/2006/relationships/image" Target="/ppt/media/image.jpeg" Id="R9b37fab157234365" /><Relationship Type="http://schemas.openxmlformats.org/officeDocument/2006/relationships/notesSlide" Target="/ppt/notesSlides/notesSlide12.xml" Id="Rdb7ddcb289624a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efa4311a074066" /><Relationship Type="http://schemas.openxmlformats.org/officeDocument/2006/relationships/notesSlide" Target="/ppt/notesSlides/notesSlide13.xml" Id="Rf1a2e5c034e94b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027fa0fa03402d" /><Relationship Type="http://schemas.openxmlformats.org/officeDocument/2006/relationships/image" Target="/ppt/media/image2.jpeg" Id="R930e59b4dd3c4ee0" /><Relationship Type="http://schemas.openxmlformats.org/officeDocument/2006/relationships/notesSlide" Target="/ppt/notesSlides/notesSlide14.xml" Id="R247ff66ffa9147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5f341a6adf4dc2" /><Relationship Type="http://schemas.openxmlformats.org/officeDocument/2006/relationships/notesSlide" Target="/ppt/notesSlides/notesSlide15.xml" Id="Rcb2e3f4333e443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83389725a64eed" /><Relationship Type="http://schemas.openxmlformats.org/officeDocument/2006/relationships/image" Target="/ppt/media/image3.jpeg" Id="Rd9d827634abd4923" /><Relationship Type="http://schemas.openxmlformats.org/officeDocument/2006/relationships/notesSlide" Target="/ppt/notesSlides/notesSlide16.xml" Id="R7cdd893dea1c435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6fe1da8a8546a9" /><Relationship Type="http://schemas.openxmlformats.org/officeDocument/2006/relationships/notesSlide" Target="/ppt/notesSlides/notesSlide17.xml" Id="R9bdad02ed84348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c4e62148d64b07" /><Relationship Type="http://schemas.openxmlformats.org/officeDocument/2006/relationships/notesSlide" Target="/ppt/notesSlides/notesSlide18.xml" Id="Rbbce951d5d8d4b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47c7610674483b" /><Relationship Type="http://schemas.openxmlformats.org/officeDocument/2006/relationships/notesSlide" Target="/ppt/notesSlides/notesSlide19.xml" Id="Rf15adc4127b64b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a3e0b69a414a85" /><Relationship Type="http://schemas.openxmlformats.org/officeDocument/2006/relationships/notesSlide" Target="/ppt/notesSlides/notesSlide20.xml" Id="R5ed263b2bfec4c6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c0c5ae111d4378" /><Relationship Type="http://schemas.openxmlformats.org/officeDocument/2006/relationships/notesSlide" Target="/ppt/notesSlides/notesSlide21.xml" Id="R5fcc9b38d1d3486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ae3794e9804cf4" /><Relationship Type="http://schemas.openxmlformats.org/officeDocument/2006/relationships/notesSlide" Target="/ppt/notesSlides/notesSlide22.xml" Id="R0ea5d37879284f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45A441A-7637-3DF3-0B4A-831210D6348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11 MVVM Redo</a:t>
            </a:r>
            <a:endParaRPr/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CC02DA-BF9B-57F9-BEC0-E5AE4CC39E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IoT Project Cost Estimator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7540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Create a new MAUI project.</a:t>
            </a:r>
          </a:p>
          <a:p xmlns:a="http://schemas.openxmlformats.org/drawingml/2006/main">
            <a:pPr lvl="0">
              <a:buNone/>
            </a:pPr>
            <a:r>
              <a:t>Build the estimator with MVVM from the start.</a:t>
            </a:r>
          </a:p>
          <a:p xmlns:a="http://schemas.openxmlformats.org/drawingml/2006/main">
            <a:pPr lvl="0">
              <a:buNone/>
            </a:pPr>
            <a:r>
              <a:t>Compare your result with the reference.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you will build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11646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model describes one material item.</a:t>
            </a:r>
          </a:p>
          <a:p xmlns:a="http://schemas.openxmlformats.org/drawingml/2006/main">
            <a:pPr lvl="0">
              <a:buNone/>
            </a:pPr>
            <a:r>
              <a:t>View models hold screen state and decisions.</a:t>
            </a:r>
          </a:p>
          <a:p xmlns:a="http://schemas.openxmlformats.org/drawingml/2006/main">
            <a:pPr lvl="0">
              <a:buNone/>
            </a:pPr>
            <a:r>
              <a:t>Services provide data and UI operations through interfaces.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86250"/>
          </a:bodyPr>
          <a:lstStyle xmlns:a="http://schemas.openxmlformats.org/drawingml/2006/main"/>
          <a:p xmlns:a="http://schemas.openxmlformats.org/drawingml/2006/main">
            <a:r>
              <a:t>Start with responsibilities, then connect them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67E39-08A9-450A-94B5-7AE7881144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40bcd842444ca"/>
          <a:stretch xmlns:a="http://schemas.openxmlformats.org/drawingml/2006/main"/>
        </p:blipFill>
        <p:spPr>
          <a:xfrm xmlns:a="http://schemas.openxmlformats.org/drawingml/2006/main">
            <a:off x="2667000" y="3800475"/>
            <a:ext cx="6858000" cy="1828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620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Build one working path before adding another.</a:t>
            </a:r>
          </a:p>
          <a:p xmlns:a="http://schemas.openxmlformats.org/drawingml/2006/main">
            <a:pPr lvl="0">
              <a:buNone/>
            </a:pPr>
            <a:r>
              <a:t>Register dependencies in MauiProgram.</a:t>
            </a:r>
          </a:p>
          <a:p xmlns:a="http://schemas.openxmlformats.org/drawingml/2006/main">
            <a:pPr lvl="0">
              <a:buNone/>
            </a:pPr>
            <a:r>
              <a:t>Bind each page to its view model.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From C# to the screen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359559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Create a .NET MAUI App in Visual Studio.</a:t>
            </a:r>
          </a:p>
          <a:p xmlns:a="http://schemas.openxmlformats.org/drawingml/2006/main">
            <a:pPr lvl="0">
              <a:buNone/>
            </a:pPr>
            <a:r>
              <a:t>Name it ProjectCostEstimator.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1: New MAUI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8909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template app runs on Windows.</a:t>
            </a:r>
          </a:p>
          <a:p xmlns:a="http://schemas.openxmlformats.org/drawingml/2006/main">
            <a:pPr lvl="0">
              <a:buNone/>
            </a:pPr>
            <a:r>
              <a:t>Keep the reference closed for now.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85292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Views show controls and handle platform UI.</a:t>
            </a:r>
          </a:p>
          <a:p xmlns:a="http://schemas.openxmlformats.org/drawingml/2006/main">
            <a:pPr lvl="0">
              <a:buNone/>
            </a:pPr>
            <a:r>
              <a:t>View models own form and list decisions.</a:t>
            </a:r>
          </a:p>
          <a:p xmlns:a="http://schemas.openxmlformats.org/drawingml/2006/main">
            <a:pPr lvl="0">
              <a:buNone/>
            </a:pPr>
            <a:r>
              <a:t>Services own storage.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2: Responsibilities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440677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Draw the three layers.</a:t>
            </a:r>
          </a:p>
          <a:p xmlns:a="http://schemas.openxmlformats.org/drawingml/2006/main">
            <a:pPr lvl="0">
              <a:buNone/>
            </a:pPr>
            <a:r>
              <a:t>Explain where navigation belongs.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773678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MaterialItem holds item data.</a:t>
            </a:r>
          </a:p>
          <a:p xmlns:a="http://schemas.openxmlformats.org/drawingml/2006/main">
            <a:pPr lvl="0">
              <a:buNone/>
            </a:pPr>
            <a:r>
              <a:t>IBomService states storage operations.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3: Model and service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43214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 sample item has the right total.</a:t>
            </a:r>
          </a:p>
          <a:p xmlns:a="http://schemas.openxmlformats.org/drawingml/2006/main">
            <a:pPr lvl="0">
              <a:buNone/>
            </a:pPr>
            <a:r>
              <a:t>The in-memory service changes the list.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061332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Generated properties hold form state.</a:t>
            </a:r>
          </a:p>
          <a:p xmlns:a="http://schemas.openxmlformats.org/drawingml/2006/main">
            <a:pPr lvl="0">
              <a:buNone/>
            </a:pPr>
            <a:r>
              <a:t>Validation controls Submit.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5: Editor view model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03571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page binds to the view model.</a:t>
            </a:r>
          </a:p>
          <a:p xmlns:a="http://schemas.openxmlformats.org/drawingml/2006/main">
            <a:pPr lvl="0">
              <a:buNone/>
            </a:pPr>
            <a:r>
              <a:t>Valid values enable Submit.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5: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8F4A7-8BA1-43F8-97F3-078674BEFC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7fab157234365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7911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Commands own Add, Edit, and Delete decisions.</a:t>
            </a:r>
          </a:p>
          <a:p xmlns:a="http://schemas.openxmlformats.org/drawingml/2006/main">
            <a:pPr lvl="0">
              <a:buNone/>
            </a:pPr>
            <a:r>
              <a:t>An interface supplies UI results.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7: BOM view model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2825031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The BOM shows the changed rows.</a:t>
            </a:r>
          </a:p>
          <a:p xmlns:a="http://schemas.openxmlformats.org/drawingml/2006/main">
            <a:pPr lvl="0">
              <a:buNone/>
            </a:pPr>
            <a:r>
              <a:t>Cancel keeps the original row.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7: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272AE-B1EB-4F94-886D-0582F234EC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e59b4dd3c4ee0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0240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Register services, view models, and pages.</a:t>
            </a:r>
          </a:p>
          <a:p xmlns:a="http://schemas.openxmlformats.org/drawingml/2006/main">
            <a:pPr lvl="0">
              <a:buNone/>
            </a:pPr>
            <a:r>
              <a:t>Shell opens the app destinations.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9: App composition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0008614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Home, BOM, and Help open.</a:t>
            </a:r>
          </a:p>
          <a:p xmlns:a="http://schemas.openxmlformats.org/drawingml/2006/main">
            <a:pPr lvl="0">
              <a:buNone/>
            </a:pPr>
            <a:r>
              <a:t>The editor opens for Add and Edit.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9: What changed?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BC75F-63FD-4F63-8584-6AADC67EE7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827634abd4923"/>
          <a:stretch xmlns:a="http://schemas.openxmlformats.org/drawingml/2006/main"/>
        </p:blipFill>
        <p:spPr>
          <a:xfrm xmlns:a="http://schemas.openxmlformats.org/drawingml/2006/main">
            <a:off x="3133823" y="3190875"/>
            <a:ext cx="5924355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012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Swap in JsonBomService.</a:t>
            </a:r>
          </a:p>
          <a:p xmlns:a="http://schemas.openxmlformats.org/drawingml/2006/main">
            <a:pPr lvl="0">
              <a:buNone/>
            </a:pPr>
            <a:r>
              <a:t>Load items when the BOM page appears.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10: JSON persistence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80692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Items survive restart.</a:t>
            </a:r>
          </a:p>
          <a:p xmlns:a="http://schemas.openxmlformats.org/drawingml/2006/main">
            <a:pPr lvl="0">
              <a:buNone/>
            </a:pPr>
            <a:r>
              <a:t>The same BOM workflow still works.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10: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876095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Test save and reload.</a:t>
            </a:r>
          </a:p>
          <a:p xmlns:a="http://schemas.openxmlformats.org/drawingml/2006/main">
            <a:pPr lvl="0">
              <a:buNone/>
            </a:pPr>
            <a:r>
              <a:t>Test decisions with a fake UI service.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11: Test the redo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029991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Automated tests pass.</a:t>
            </a:r>
          </a:p>
          <a:p xmlns:a="http://schemas.openxmlformats.org/drawingml/2006/main">
            <a:pPr lvl="0">
              <a:buNone/>
            </a:pPr>
            <a:r>
              <a:t>Add, Edit, Cancel, and Delete work.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11: What changed?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630557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I can build the estimator from a new MAUI project.</a:t>
            </a:r>
          </a:p>
          <a:p xmlns:a="http://schemas.openxmlformats.org/drawingml/2006/main">
            <a:pPr lvl="0">
              <a:buNone/>
            </a:pPr>
            <a:r>
              <a:t>I can trace one action through view, view model, and service.</a:t>
            </a:r>
          </a:p>
          <a:p xmlns:a="http://schemas.openxmlformats.org/drawingml/2006/main">
            <a:pPr lvl="0">
              <a:buNone/>
            </a:pPr>
            <a:r>
              <a:t>I can test decisions and saved data separately.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you can now explain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846132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F982B7-E689-4A5C-89F6-7AC254215B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Data binding and MVVM</a:t>
            </a:r>
          </a:p>
          <a:p xmlns:a="http://schemas.openxmlformats.org/drawingml/2006/main">
            <a:pPr lvl="0">
              <a:buNone/>
            </a:pPr>
            <a:r>
              <a:t>Search Microsoft Learn for this topic.</a:t>
            </a:r>
          </a:p>
          <a:p xmlns:a="http://schemas.openxmlformats.org/drawingml/2006/main">
            <a:pPr lvl="0">
              <a:buNone/>
            </a:pPr>
            <a:r>
              <a:t>Try one example in a small test page.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Read more in MAUI documentation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42117034"/>
      </p:ext>
    </p:extLst>
  </p:cSld>
</p:sld>
</file>

<file path=ppt/theme/theme1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2026-10-15T21:19:34.2170000Z</dcterms:created>
  <dcterms:modified xsi:type="dcterms:W3CDTF">2026-10-15T21:19:34.2170000Z</dcterms:modified>
</coreProperties>
</file>