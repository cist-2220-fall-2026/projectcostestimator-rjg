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b09c5979c484f42" /><Relationship Type="http://schemas.openxmlformats.org/officeDocument/2006/relationships/extended-properties" Target="/docProps/app.xml" Id="R6040c428e3fd43f9" /><Relationship Type="http://schemas.openxmlformats.org/officeDocument/2006/relationships/officeDocument" Target="/ppt/presentation.xml" Id="R5e1ec22f2c3e428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8680db182b84fe1"/>
  </p:sldMasterIdLst>
  <p:notesMasterIdLst>
    <p:notesMasterId xmlns:r="http://schemas.openxmlformats.org/officeDocument/2006/relationships" r:id="Rdfc53899dfa646e7"/>
  </p:notesMasterIdLst>
  <p:sldIdLst>
    <p:sldId xmlns:r="http://schemas.openxmlformats.org/officeDocument/2006/relationships" id="256" r:id="R97f2efdec5834ecf"/>
    <p:sldId xmlns:r="http://schemas.openxmlformats.org/officeDocument/2006/relationships" id="257" r:id="R08b52425ce3a4da2"/>
    <p:sldId xmlns:r="http://schemas.openxmlformats.org/officeDocument/2006/relationships" id="258" r:id="R124f9574345d4f36"/>
    <p:sldId xmlns:r="http://schemas.openxmlformats.org/officeDocument/2006/relationships" id="259" r:id="R1e248e412ade4d43"/>
    <p:sldId xmlns:r="http://schemas.openxmlformats.org/officeDocument/2006/relationships" id="260" r:id="R1583295f0f4b494a"/>
    <p:sldId xmlns:r="http://schemas.openxmlformats.org/officeDocument/2006/relationships" id="261" r:id="R49c740c0644c43bd"/>
    <p:sldId xmlns:r="http://schemas.openxmlformats.org/officeDocument/2006/relationships" id="262" r:id="Rc8c4b48ac724480a"/>
    <p:sldId xmlns:r="http://schemas.openxmlformats.org/officeDocument/2006/relationships" id="263" r:id="R404ec4e489a84dbb"/>
    <p:sldId xmlns:r="http://schemas.openxmlformats.org/officeDocument/2006/relationships" id="264" r:id="R23bab8c04ad94000"/>
    <p:sldId xmlns:r="http://schemas.openxmlformats.org/officeDocument/2006/relationships" id="265" r:id="R4246ac12a32d4fbe"/>
    <p:sldId xmlns:r="http://schemas.openxmlformats.org/officeDocument/2006/relationships" id="266" r:id="R8b62fd7d5e94465a"/>
    <p:sldId xmlns:r="http://schemas.openxmlformats.org/officeDocument/2006/relationships" id="267" r:id="Rfcfcce085ca34133"/>
    <p:sldId xmlns:r="http://schemas.openxmlformats.org/officeDocument/2006/relationships" id="268" r:id="R37794b943f6d43b6"/>
    <p:sldId xmlns:r="http://schemas.openxmlformats.org/officeDocument/2006/relationships" id="269" r:id="R9219a42667d14824"/>
    <p:sldId xmlns:r="http://schemas.openxmlformats.org/officeDocument/2006/relationships" id="270" r:id="Rb54eb9d45ccc4333"/>
    <p:sldId xmlns:r="http://schemas.openxmlformats.org/officeDocument/2006/relationships" id="271" r:id="Rafd18f0bcd6b4bc4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111d81dc75b4e81" /><Relationship Type="http://schemas.openxmlformats.org/officeDocument/2006/relationships/slideMaster" Target="/ppt/slideMasters/slideMaster1.xml" Id="R98680db182b84fe1" /><Relationship Type="http://schemas.openxmlformats.org/officeDocument/2006/relationships/notesMaster" Target="/ppt/notesMasters/notesMaster1.xml" Id="Rdfc53899dfa646e7" /><Relationship Type="http://schemas.openxmlformats.org/officeDocument/2006/relationships/presProps" Target="/ppt/presProps.xml" Id="R6fb01e0009b74ea8" /><Relationship Type="http://schemas.openxmlformats.org/officeDocument/2006/relationships/viewProps" Target="/ppt/viewProps.xml" Id="R84f9e84a933f4d4a" /><Relationship Type="http://schemas.openxmlformats.org/officeDocument/2006/relationships/tableStyles" Target="/ppt/tableStyles.xml" Id="R3e722ac271af49cb" /><Relationship Type="http://schemas.openxmlformats.org/officeDocument/2006/relationships/slide" Target="/ppt/slides/slide1.xml" Id="R97f2efdec5834ecf" /><Relationship Type="http://schemas.openxmlformats.org/officeDocument/2006/relationships/slide" Target="/ppt/slides/slide2.xml" Id="R08b52425ce3a4da2" /><Relationship Type="http://schemas.openxmlformats.org/officeDocument/2006/relationships/slide" Target="/ppt/slides/slide3.xml" Id="R124f9574345d4f36" /><Relationship Type="http://schemas.openxmlformats.org/officeDocument/2006/relationships/slide" Target="/ppt/slides/slide4.xml" Id="R1e248e412ade4d43" /><Relationship Type="http://schemas.openxmlformats.org/officeDocument/2006/relationships/slide" Target="/ppt/slides/slide5.xml" Id="R1583295f0f4b494a" /><Relationship Type="http://schemas.openxmlformats.org/officeDocument/2006/relationships/slide" Target="/ppt/slides/slide6.xml" Id="R49c740c0644c43bd" /><Relationship Type="http://schemas.openxmlformats.org/officeDocument/2006/relationships/slide" Target="/ppt/slides/slide7.xml" Id="Rc8c4b48ac724480a" /><Relationship Type="http://schemas.openxmlformats.org/officeDocument/2006/relationships/slide" Target="/ppt/slides/slide8.xml" Id="R404ec4e489a84dbb" /><Relationship Type="http://schemas.openxmlformats.org/officeDocument/2006/relationships/slide" Target="/ppt/slides/slide9.xml" Id="R23bab8c04ad94000" /><Relationship Type="http://schemas.openxmlformats.org/officeDocument/2006/relationships/slide" Target="/ppt/slides/slide10.xml" Id="R4246ac12a32d4fbe" /><Relationship Type="http://schemas.openxmlformats.org/officeDocument/2006/relationships/slide" Target="/ppt/slides/slide11.xml" Id="R8b62fd7d5e94465a" /><Relationship Type="http://schemas.openxmlformats.org/officeDocument/2006/relationships/slide" Target="/ppt/slides/slide12.xml" Id="Rfcfcce085ca34133" /><Relationship Type="http://schemas.openxmlformats.org/officeDocument/2006/relationships/slide" Target="/ppt/slides/slide13.xml" Id="R37794b943f6d43b6" /><Relationship Type="http://schemas.openxmlformats.org/officeDocument/2006/relationships/slide" Target="/ppt/slides/slide14.xml" Id="R9219a42667d14824" /><Relationship Type="http://schemas.openxmlformats.org/officeDocument/2006/relationships/slide" Target="/ppt/slides/slide15.xml" Id="Rb54eb9d45ccc4333" /><Relationship Type="http://schemas.openxmlformats.org/officeDocument/2006/relationships/slide" Target="/ppt/slides/slide16.xml" Id="Rafd18f0bcd6b4bc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44796817731435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EMMW Tech Bronze Theme Widescree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aea364fcc3747d5" /><Relationship Type="http://schemas.openxmlformats.org/officeDocument/2006/relationships/notesMaster" Target="/ppt/notesMasters/notesMaster1.xml" Id="R421f9f2104304d1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b798e2e6fd8476e" /><Relationship Type="http://schemas.openxmlformats.org/officeDocument/2006/relationships/notesMaster" Target="/ppt/notesMasters/notesMaster1.xml" Id="R121cc4a1968b475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6f952e6c6c7469a" /><Relationship Type="http://schemas.openxmlformats.org/officeDocument/2006/relationships/notesMaster" Target="/ppt/notesMasters/notesMaster1.xml" Id="Rda4106d1c505408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6cd946b91384d75" /><Relationship Type="http://schemas.openxmlformats.org/officeDocument/2006/relationships/notesMaster" Target="/ppt/notesMasters/notesMaster1.xml" Id="R5522af1f3d564e2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8cc7179244c4510" /><Relationship Type="http://schemas.openxmlformats.org/officeDocument/2006/relationships/notesMaster" Target="/ppt/notesMasters/notesMaster1.xml" Id="R60acb205afe84c3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a384d3b557747df" /><Relationship Type="http://schemas.openxmlformats.org/officeDocument/2006/relationships/notesMaster" Target="/ppt/notesMasters/notesMaster1.xml" Id="Rdcb48fada11540a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acb8b5f27c2456b" /><Relationship Type="http://schemas.openxmlformats.org/officeDocument/2006/relationships/notesMaster" Target="/ppt/notesMasters/notesMaster1.xml" Id="R3b1425c027ed448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47f355a9f854941" /><Relationship Type="http://schemas.openxmlformats.org/officeDocument/2006/relationships/notesMaster" Target="/ppt/notesMasters/notesMaster1.xml" Id="R7aa2948f2564449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7d662285b2348b8" /><Relationship Type="http://schemas.openxmlformats.org/officeDocument/2006/relationships/notesMaster" Target="/ppt/notesMasters/notesMaster1.xml" Id="R5fa69c79b3da42a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3bc51c555784810" /><Relationship Type="http://schemas.openxmlformats.org/officeDocument/2006/relationships/notesMaster" Target="/ppt/notesMasters/notesMaster1.xml" Id="R43e4345062ab43d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b94562db1164505" /><Relationship Type="http://schemas.openxmlformats.org/officeDocument/2006/relationships/notesMaster" Target="/ppt/notesMasters/notesMaster1.xml" Id="R8829376f04614a7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2f22f3b90d94477" /><Relationship Type="http://schemas.openxmlformats.org/officeDocument/2006/relationships/notesMaster" Target="/ppt/notesMasters/notesMaster1.xml" Id="R2ffe6d1155804f2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632cdd3c78f4dcb" /><Relationship Type="http://schemas.openxmlformats.org/officeDocument/2006/relationships/notesMaster" Target="/ppt/notesMasters/notesMaster1.xml" Id="R908622317e294c6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620598c0b6e46ff" /><Relationship Type="http://schemas.openxmlformats.org/officeDocument/2006/relationships/notesMaster" Target="/ppt/notesMasters/notesMaster1.xml" Id="R744f66110dc04a8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1ee20a7d5504b2c" /><Relationship Type="http://schemas.openxmlformats.org/officeDocument/2006/relationships/notesMaster" Target="/ppt/notesMasters/notesMaster1.xml" Id="Rbce4b4bb9af447a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75b5079016a420f" /><Relationship Type="http://schemas.openxmlformats.org/officeDocument/2006/relationships/notesMaster" Target="/ppt/notesMasters/notesMaster1.xml" Id="R9af5cab88c1f45a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the matching Word tutorial after the exercise overview. Source: Module 4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Give students the outcome before they start. Source: Module 4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framework idea before the first exercise step. MAUI documentation: https://learn.microsoft.com/dotnet/maui/fundamentals/data-binding/commanding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Ask students to identify the C# object, the XAML control, and the connection between them. Source: Module 4 Word tutorial. MAUI documentation: https://learn.microsoft.com/dotnet/maui/fundamentals/data-binding/commanding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1: explain these concepts. Ask students to predict what the change will do. Then open Step 1 in the Word tutorial. Source: Module 4 Word tutorial. Related MAUI documentation: https://learn.microsoft.com/dotnet/maui/fundamentals/data-binding/commanding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1: run the app or inspect the code. Ask students to explain the observed result. Source: Module 4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2: explain these concepts. Ask students to predict what the change will do. Then open Step 2 in the Word tutorial. Source: Module 4 Word tutorial. Related MAUI documentation: https://learn.microsoft.com/dotnet/maui/fundamentals/data-binding/commanding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2: run the app or inspect the code. Ask students to explain the observed result. Source: Module 4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3: explain these concepts. Ask students to predict what the change will do. Then open Step 3 in the Word tutorial. Source: Module 4 Word tutorial. Related MAUI documentation: https://learn.microsoft.com/dotnet/maui/fundamentals/data-binding/commanding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3: run the app or inspect the code. Ask students to explain the observed result. Source: Module 4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4: explain these concepts. Ask students to predict what the change will do. Then open Step 4 in the Word tutorial. Source: Module 4 Word tutorial. Related MAUI documentation: https://learn.microsoft.com/dotnet/maui/fundamentals/data-binding/commanding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4: run the app or inspect the code. Ask students to explain the observed result. Source: Module 4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5: explain these concepts. Ask students to predict what the change will do. Then open Step 5 in the Word tutorial. Source: Module 4 Word tutorial. Related MAUI documentation: https://learn.microsoft.com/dotnet/maui/fundamentals/data-binding/commanding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5: run the app or inspect the code. Ask students to explain the observed result. Source: Module 4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final tutorial checklist. Ask students to explain the module concept without reading code. Source: Module 4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Student reading: Commanding with data binding. https://learn.microsoft.com/dotnet/maui/fundamentals/data-binding/commanding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04d79e065743f1" /><Relationship Type="http://schemas.openxmlformats.org/officeDocument/2006/relationships/image" Target="/ppt/media/image.png" Id="Rb6cfd93a6d264a9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c791b2a5704f0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67b087c35f4c4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3d925dc1dc46c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2b72cd615c4c8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57632313d7403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1b873370ac4c3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58b51ec9214fd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7580265eb1490a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93466d30d749c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6c6db50a1c41a6" /></Relationships>
</file>

<file path=ppt/slideLayouts/slideLayout1.xml><?xml version="1.0" encoding="utf-8"?>
<p:sldLayout xmlns:p="http://schemas.openxmlformats.org/presentationml/2006/main" type="title" preserve="1">
  <p:cSld name="Title Slide">
    <p:bg>
      <p:bgPr>
        <a:solidFill xmlns:a="http://schemas.openxmlformats.org/drawingml/2006/main">
          <a:schemeClr val="tx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!!Rectangle">
            <a:extLst xmlns:a="http://schemas.openxmlformats.org/drawingml/2006/main">
              <a:ext uri="{FF2B5EF4-FFF2-40B4-BE49-F238E27FC236}">
                <a16:creationId xmlns:a16="http://schemas.microsoft.com/office/drawing/2014/main" id="{A8337851-1C2F-255A-B02C-62D7A1CC2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013"/>
          </a:p>
        </p:txBody>
      </p:sp>
      <p:pic>
        <p:nvPicPr>
          <p:cNvPr id="14" name="Picture 13">
            <a:extLst xmlns:a="http://schemas.openxmlformats.org/drawingml/2006/main">
              <a:ext uri="{FF2B5EF4-FFF2-40B4-BE49-F238E27FC236}">
                <a16:creationId xmlns:a16="http://schemas.microsoft.com/office/drawing/2014/main" id="{8270BD24-D6D3-426B-9546-8F58F9530BB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cfd93a6d264a9c">
            <a:alphaModFix amt="4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71493" y="280600"/>
            <a:ext cx="7249014" cy="7178499"/>
          </a:xfrm>
          <a:prstGeom xmlns:a="http://schemas.openxmlformats.org/drawingml/2006/main" prst="rect">
            <a:avLst/>
          </a:prstGeom>
        </p:spPr>
      </p:pic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1B19A28E-E483-5B65-D3DF-993E4D1EF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120140" y="346791"/>
            <a:ext cx="146304" cy="70408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013"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735CDC6E-08BA-8B17-B723-AEBCF8949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241202"/>
            <a:ext cx="10506456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3175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5143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013" b="0" i="0" u="none" strike="noStrike" kern="1200" cap="none" spc="0" baseline="0">
              <a:ln>
                <a:noFill/>
              </a:ln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0D7E377-D517-446B-8EFB-97A61EA6316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912876" y="970226"/>
            <a:ext cx="10363200" cy="214947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algn="l">
              <a:buNone/>
              <a:defRPr sz="4000" b="1" kern="1200">
                <a:solidFill>
                  <a:schemeClr val="bg1"/>
                </a:solidFill>
                <a:latin typeface="Orbitron"/>
                <a:ea typeface="Orbitron"/>
                <a:cs typeface="Orbitron"/>
              </a:defRPr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8F77AC79-8DB0-412B-9AD7-CC59FBF74DE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912879" y="3396875"/>
            <a:ext cx="10363199" cy="261518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60735" indent="-160735" algn="l">
              <a:buFont typeface="Arial"/>
              <a:buChar char="•"/>
              <a:defRPr sz="2000" kern="1200">
                <a:solidFill>
                  <a:schemeClr val="bg1"/>
                </a:solidFill>
                <a:latin typeface="Montserrat"/>
                <a:ea typeface="Montserrat"/>
                <a:cs typeface="Montserrat"/>
              </a:defRPr>
            </a:lvl1pPr>
            <a:lvl2pPr marL="2571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143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715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2858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8002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4B12152-AF9B-431C-83DE-59D0D8FC8A6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3EDCD5B-4AE2-42AF-9AE7-A6EC69BC76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EDD673E-6480-4722-BD14-017CCC0F002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61042D97-83DB-BE5F-E8CD-8D278F42A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271" y="546847"/>
            <a:ext cx="1016000" cy="25846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013"/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5D2E5F-2AE7-40AA-B67D-9D1E1DAC80C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85F7EDB-D952-43EA-B0BA-76645DE1BC8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59A03A6-F58C-493C-8BE8-D3AA6055FE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9A10A18-5F51-451B-A217-EB49B5873E1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30024" y="6356355"/>
            <a:ext cx="2211293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  <p:sp>
        <p:nvSpPr>
          <p:cNvPr id="7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274638"/>
            <a:ext cx="109728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89BE5BC-6C7E-4F89-9587-6C59A544ED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63084" y="4406905"/>
            <a:ext cx="103632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225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A13D8B5-9947-4580-A038-403DF19E854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963084" y="2906713"/>
            <a:ext cx="103632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125">
                <a:solidFill>
                  <a:schemeClr val="tx1">
                    <a:tint val="75000"/>
                  </a:schemeClr>
                </a:solidFill>
              </a:defRPr>
            </a:lvl1pPr>
            <a:lvl2pPr marL="257175" indent="0">
              <a:buNone/>
              <a:defRPr sz="1013">
                <a:solidFill>
                  <a:schemeClr val="tx1">
                    <a:tint val="75000"/>
                  </a:schemeClr>
                </a:solidFill>
              </a:defRPr>
            </a:lvl2pPr>
            <a:lvl3pPr marL="51435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3pPr>
            <a:lvl4pPr marL="77152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4pPr>
            <a:lvl5pPr marL="102870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5pPr>
            <a:lvl6pPr marL="128587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6pPr>
            <a:lvl7pPr marL="154305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7pPr>
            <a:lvl8pPr marL="180022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8pPr>
            <a:lvl9pPr marL="205740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608ADE6-34FB-4FFA-9DCE-EC1F65CDF69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E96FF5-B8F9-49BF-AD75-61915493D89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4CD7C23-7D45-44AC-9F2C-E85CCE827C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914845-74D7-4998-ABAF-E2E56246D7E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898CBCD-6159-499B-B25A-02EC844CD4D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09600" y="1600205"/>
            <a:ext cx="53848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575"/>
            </a:lvl1pPr>
            <a:lvl2pPr>
              <a:buNone/>
              <a:defRPr sz="1350"/>
            </a:lvl2pPr>
            <a:lvl3pPr>
              <a:buNone/>
              <a:defRPr sz="1125"/>
            </a:lvl3pPr>
            <a:lvl4pPr>
              <a:buNone/>
              <a:defRPr sz="1013"/>
            </a:lvl4pPr>
            <a:lvl5pPr>
              <a:buNone/>
              <a:defRPr sz="1013"/>
            </a:lvl5pPr>
            <a:lvl6pPr>
              <a:buNone/>
              <a:defRPr sz="1013"/>
            </a:lvl6pPr>
            <a:lvl7pPr>
              <a:buNone/>
              <a:defRPr sz="1013"/>
            </a:lvl7pPr>
            <a:lvl8pPr>
              <a:buNone/>
              <a:defRPr sz="1013"/>
            </a:lvl8pPr>
            <a:lvl9pPr>
              <a:buNone/>
              <a:defRPr sz="1013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48ECDBD-6CED-4A54-B9BE-49525551317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97600" y="1600205"/>
            <a:ext cx="53848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575"/>
            </a:lvl1pPr>
            <a:lvl2pPr>
              <a:buNone/>
              <a:defRPr sz="1350"/>
            </a:lvl2pPr>
            <a:lvl3pPr>
              <a:buNone/>
              <a:defRPr sz="1125"/>
            </a:lvl3pPr>
            <a:lvl4pPr>
              <a:buNone/>
              <a:defRPr sz="1013"/>
            </a:lvl4pPr>
            <a:lvl5pPr>
              <a:buNone/>
              <a:defRPr sz="1013"/>
            </a:lvl5pPr>
            <a:lvl6pPr>
              <a:buNone/>
              <a:defRPr sz="1013"/>
            </a:lvl6pPr>
            <a:lvl7pPr>
              <a:buNone/>
              <a:defRPr sz="1013"/>
            </a:lvl7pPr>
            <a:lvl8pPr>
              <a:buNone/>
              <a:defRPr sz="1013"/>
            </a:lvl8pPr>
            <a:lvl9pPr>
              <a:buNone/>
              <a:defRPr sz="1013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20538FD-CAE9-4E94-8FA3-D62FB7C6A20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8EB43E4-6EAA-4C5F-A91C-271F4F64B5C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0F969F9-4FC2-4B84-82AF-5C66C4A195D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4A6B0DF-3503-4FD4-8238-15A1BB6A75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D74D831-77CE-4AB3-BE9D-30AAAAD922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535113"/>
            <a:ext cx="5386917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43C18B1-176F-4DE3-9710-657CBB81B31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09600" y="2174875"/>
            <a:ext cx="5386917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350"/>
            </a:lvl1pPr>
            <a:lvl2pPr>
              <a:buNone/>
              <a:defRPr sz="1125"/>
            </a:lvl2pPr>
            <a:lvl3pPr>
              <a:buNone/>
              <a:defRPr sz="1013"/>
            </a:lvl3pPr>
            <a:lvl4pPr>
              <a:buNone/>
              <a:defRPr sz="900"/>
            </a:lvl4pPr>
            <a:lvl5pPr>
              <a:buNone/>
              <a:defRPr sz="900"/>
            </a:lvl5pPr>
            <a:lvl6pPr>
              <a:buNone/>
              <a:defRPr sz="900"/>
            </a:lvl6pPr>
            <a:lvl7pPr>
              <a:buNone/>
              <a:defRPr sz="900"/>
            </a:lvl7pPr>
            <a:lvl8pPr>
              <a:buNone/>
              <a:defRPr sz="900"/>
            </a:lvl8pPr>
            <a:lvl9pPr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2B3C7663-6201-4B53-B740-4F7B24FC12F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93370" y="1535113"/>
            <a:ext cx="5389033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58F06CC-7AFD-4494-BACD-A3A6EAF4C891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93370" y="2174875"/>
            <a:ext cx="5389033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350"/>
            </a:lvl1pPr>
            <a:lvl2pPr>
              <a:buNone/>
              <a:defRPr sz="1125"/>
            </a:lvl2pPr>
            <a:lvl3pPr>
              <a:buNone/>
              <a:defRPr sz="1013"/>
            </a:lvl3pPr>
            <a:lvl4pPr>
              <a:buNone/>
              <a:defRPr sz="900"/>
            </a:lvl4pPr>
            <a:lvl5pPr>
              <a:buNone/>
              <a:defRPr sz="900"/>
            </a:lvl5pPr>
            <a:lvl6pPr>
              <a:buNone/>
              <a:defRPr sz="900"/>
            </a:lvl6pPr>
            <a:lvl7pPr>
              <a:buNone/>
              <a:defRPr sz="900"/>
            </a:lvl7pPr>
            <a:lvl8pPr>
              <a:buNone/>
              <a:defRPr sz="900"/>
            </a:lvl8pPr>
            <a:lvl9pPr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1E5D3148-6C28-45BD-A075-5D2E2E421F9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839EDA55-95DA-4192-885A-E96F2476D5A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B685A217-A96D-40E3-A575-74C435798EE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AD62C7-3EF5-4EB6-8985-A8D6ADE097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EF810011-B04F-425A-B2B0-285B6F0A2C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A3AA265-017E-424C-A300-E154D0FFC05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B9A39345-E71F-42E5-B728-B95008A8BB8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A539CAB4-47A4-4EAF-8DFA-791165D3D2E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4F042DB9-29D1-475E-8DE7-10168884BA6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87A0F8F-A6F6-4BDC-9BA2-83AA9A55457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6CDEC09-CE02-40D4-9521-B2DC3D01EC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3" y="273050"/>
            <a:ext cx="4011084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1125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9400F59-1E28-4FD2-8FF1-D2BB88F535E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766733" y="273055"/>
            <a:ext cx="6815667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575"/>
            </a:lvl2pPr>
            <a:lvl3pPr>
              <a:buNone/>
              <a:defRPr sz="1350"/>
            </a:lvl3pPr>
            <a:lvl4pPr>
              <a:buNone/>
              <a:defRPr sz="1125"/>
            </a:lvl4pPr>
            <a:lvl5pPr>
              <a:buNone/>
              <a:defRPr sz="1125"/>
            </a:lvl5pPr>
            <a:lvl6pPr>
              <a:buNone/>
              <a:defRPr sz="1125"/>
            </a:lvl6pPr>
            <a:lvl7pPr>
              <a:buNone/>
              <a:defRPr sz="1125"/>
            </a:lvl7pPr>
            <a:lvl8pPr>
              <a:buNone/>
              <a:defRPr sz="1125"/>
            </a:lvl8pPr>
            <a:lvl9pPr>
              <a:buNone/>
              <a:defRPr sz="1125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D354EA0-3BEA-40A0-86F8-28ED3AA5BE0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603" y="1435103"/>
            <a:ext cx="4011084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6341EB2-BFED-462F-B2E8-53624692243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11F3653-67BD-477F-8BAD-F1D90B54912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180CB1B-A03C-40C5-B691-45654B3E02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6E690A7-AFC9-4450-BCBE-372A2592F1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389717" y="4800600"/>
            <a:ext cx="73152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1125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45256C2A-B189-459A-A146-A40CA48145F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2389717" y="612775"/>
            <a:ext cx="73152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800"/>
            </a:lvl1pPr>
            <a:lvl2pPr marL="257175" indent="0">
              <a:buNone/>
              <a:defRPr sz="1575"/>
            </a:lvl2pPr>
            <a:lvl3pPr marL="514350" indent="0">
              <a:buNone/>
              <a:defRPr sz="1350"/>
            </a:lvl3pPr>
            <a:lvl4pPr marL="771525" indent="0">
              <a:buNone/>
              <a:defRPr sz="1125"/>
            </a:lvl4pPr>
            <a:lvl5pPr marL="1028700" indent="0">
              <a:buNone/>
              <a:defRPr sz="1125"/>
            </a:lvl5pPr>
            <a:lvl6pPr marL="1285875" indent="0">
              <a:buNone/>
              <a:defRPr sz="1125"/>
            </a:lvl6pPr>
            <a:lvl7pPr marL="1543050" indent="0">
              <a:buNone/>
              <a:defRPr sz="1125"/>
            </a:lvl7pPr>
            <a:lvl8pPr marL="1800225" indent="0">
              <a:buNone/>
              <a:defRPr sz="1125"/>
            </a:lvl8pPr>
            <a:lvl9pPr marL="2057400" indent="0">
              <a:buNone/>
              <a:defRPr sz="1125"/>
            </a:lvl9pPr>
          </a:lstStyle>
          <a:p xmlns:a="http://schemas.openxmlformats.org/drawingml/2006/main">
            <a:r>
              <a:t>Click icon to add picture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C547CCC-A23B-4D97-BBF7-7DEE6FDBD7A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389717" y="5367338"/>
            <a:ext cx="73152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259A227-3875-4DBD-8F46-922480971F5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69A1754-C450-43D8-81F7-9CB65A7C26C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E915350-85DF-4577-88F2-2336AF22459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88B4357-5457-4EE1-BE6D-D99D72B88F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4415F9D-DD8C-4A50-8110-84D3309FE32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2BDB490-9DF8-43DE-B128-5063FF7B13A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2B0C78C-D14F-4253-ABC7-F4FAD26EFD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F0321B-987D-41B1-9E58-3EF475F1A5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052CFA9F-EDF5-45D9-97C9-09CCB39A8F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839200" y="274643"/>
            <a:ext cx="27432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D530DAF-7907-4D89-B286-7204E37D0D0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274643"/>
            <a:ext cx="8026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37DB526-A1E4-4247-994E-851DF75B401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9049809-8CC1-4C84-BD32-AB28D438F4C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F277339-4015-4B54-8397-E6EF1652406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7ef2fc086bea4d98" /><Relationship Type="http://schemas.openxmlformats.org/officeDocument/2006/relationships/theme" Target="/ppt/slideMasters/theme/theme2.xml" Id="R16eb874a5ae74797" /><Relationship Type="http://schemas.openxmlformats.org/officeDocument/2006/relationships/slideLayout" Target="/ppt/slideLayouts/slideLayout1.xml" Id="Rb172b2e10ab446d4" /><Relationship Type="http://schemas.openxmlformats.org/officeDocument/2006/relationships/slideLayout" Target="/ppt/slideLayouts/slideLayout2.xml" Id="R00e8e937716942e4" /><Relationship Type="http://schemas.openxmlformats.org/officeDocument/2006/relationships/slideLayout" Target="/ppt/slideLayouts/slideLayout3.xml" Id="Rc01c4a5fb6b244df" /><Relationship Type="http://schemas.openxmlformats.org/officeDocument/2006/relationships/slideLayout" Target="/ppt/slideLayouts/slideLayout4.xml" Id="R131ced788a08463a" /><Relationship Type="http://schemas.openxmlformats.org/officeDocument/2006/relationships/slideLayout" Target="/ppt/slideLayouts/slideLayout5.xml" Id="Rd63152233c294b3a" /><Relationship Type="http://schemas.openxmlformats.org/officeDocument/2006/relationships/slideLayout" Target="/ppt/slideLayouts/slideLayout6.xml" Id="Rf6dcaee33b774088" /><Relationship Type="http://schemas.openxmlformats.org/officeDocument/2006/relationships/slideLayout" Target="/ppt/slideLayouts/slideLayout7.xml" Id="R642a5ce429714d54" /><Relationship Type="http://schemas.openxmlformats.org/officeDocument/2006/relationships/slideLayout" Target="/ppt/slideLayouts/slideLayout8.xml" Id="Rbda0fb711f1846d8" /><Relationship Type="http://schemas.openxmlformats.org/officeDocument/2006/relationships/slideLayout" Target="/ppt/slideLayouts/slideLayout9.xml" Id="R1c8837e8fbc0446f" /><Relationship Type="http://schemas.openxmlformats.org/officeDocument/2006/relationships/slideLayout" Target="/ppt/slideLayouts/slideLayout10.xml" Id="R5aab7c2754a448f4" /><Relationship Type="http://schemas.openxmlformats.org/officeDocument/2006/relationships/slideLayout" Target="/ppt/slideLayouts/slideLayout11.xml" Id="R39e3521397a74226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58496A5D-B53C-4A8C-AFE0-36233E2E92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274638"/>
            <a:ext cx="109728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3205FF-587C-44E2-AE50-403F64D8B01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600205"/>
            <a:ext cx="109728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62DF0E3-E8AF-4715-A27E-830FE11DDF71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09600" y="6356355"/>
            <a:ext cx="284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4A3F546-F602-4CF1-A6D3-5FFF7C3D3E6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165600" y="6356355"/>
            <a:ext cx="3860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6E059E9-4A29-45DC-B45E-2F037FF093C0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737600" y="6356355"/>
            <a:ext cx="284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  <p:pic>
        <p:nvPicPr>
          <p:cNvPr id="11" name="Picture 10">
            <a:extLst xmlns:a="http://schemas.openxmlformats.org/drawingml/2006/main">
              <a:ext uri="{FF2B5EF4-FFF2-40B4-BE49-F238E27FC236}">
                <a16:creationId xmlns:a16="http://schemas.microsoft.com/office/drawing/2014/main" id="{E02ED095-C484-45A5-9C2E-F482525A2DC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f2fc086bea4d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112386" y="5899161"/>
            <a:ext cx="1590269" cy="1574800"/>
          </a:xfrm>
          <a:prstGeom xmlns:a="http://schemas.openxmlformats.org/drawingml/2006/main"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172b2e10ab446d4"/>
    <p:sldLayoutId xmlns:r="http://schemas.openxmlformats.org/officeDocument/2006/relationships" id="2147483650" r:id="R00e8e937716942e4"/>
    <p:sldLayoutId xmlns:r="http://schemas.openxmlformats.org/officeDocument/2006/relationships" id="2147483651" r:id="Rc01c4a5fb6b244df"/>
    <p:sldLayoutId xmlns:r="http://schemas.openxmlformats.org/officeDocument/2006/relationships" id="2147483652" r:id="R131ced788a08463a"/>
    <p:sldLayoutId xmlns:r="http://schemas.openxmlformats.org/officeDocument/2006/relationships" id="2147483653" r:id="Rd63152233c294b3a"/>
    <p:sldLayoutId xmlns:r="http://schemas.openxmlformats.org/officeDocument/2006/relationships" id="2147483654" r:id="Rf6dcaee33b774088"/>
    <p:sldLayoutId xmlns:r="http://schemas.openxmlformats.org/officeDocument/2006/relationships" id="2147483655" r:id="R642a5ce429714d54"/>
    <p:sldLayoutId xmlns:r="http://schemas.openxmlformats.org/officeDocument/2006/relationships" id="2147483656" r:id="Rbda0fb711f1846d8"/>
    <p:sldLayoutId xmlns:r="http://schemas.openxmlformats.org/officeDocument/2006/relationships" id="2147483657" r:id="R1c8837e8fbc0446f"/>
    <p:sldLayoutId xmlns:r="http://schemas.openxmlformats.org/officeDocument/2006/relationships" id="2147483658" r:id="R5aab7c2754a448f4"/>
    <p:sldLayoutId xmlns:r="http://schemas.openxmlformats.org/officeDocument/2006/relationships" id="2147483659" r:id="R39e3521397a74226"/>
  </p:sldLayoutIdLst>
  <p:txStyles>
    <p:titleStyle>
      <a:lvl1pPr xmlns:a="http://schemas.openxmlformats.org/drawingml/2006/main" algn="ctr" defTabSz="257175">
        <a:spcBef>
          <a:spcPct val="0"/>
        </a:spcBef>
        <a:buNone/>
        <a:defRPr sz="4000" kern="1200">
          <a:solidFill>
            <a:srgbClr val="C19B57"/>
          </a:solidFill>
          <a:latin typeface="Orbitron"/>
          <a:ea typeface="Orbitron"/>
          <a:cs typeface="Orbitron"/>
        </a:defRPr>
      </a:lvl1pPr>
    </p:titleStyle>
    <p:bodyStyle>
      <a:lvl1pPr xmlns:a="http://schemas.openxmlformats.org/drawingml/2006/main" marL="192881" indent="-192881" algn="l" defTabSz="257175">
        <a:spcBef>
          <a:spcPct val="20000"/>
        </a:spcBef>
        <a:buFont typeface="Arial"/>
        <a:buChar char="•"/>
        <a:defRPr sz="2800" kern="1200">
          <a:solidFill>
            <a:schemeClr val="tx1"/>
          </a:solidFill>
          <a:latin typeface="Source Sans 3"/>
          <a:ea typeface="Source Sans 3"/>
          <a:cs typeface="Source Sans 3"/>
        </a:defRPr>
      </a:lvl1pPr>
      <a:lvl2pPr xmlns:a="http://schemas.openxmlformats.org/drawingml/2006/main" marL="417910" indent="-160735" algn="l" defTabSz="257175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Source Sans 3"/>
          <a:ea typeface="Source Sans 3"/>
          <a:cs typeface="Source Sans 3"/>
        </a:defRPr>
      </a:lvl2pPr>
      <a:lvl3pPr xmlns:a="http://schemas.openxmlformats.org/drawingml/2006/main" marL="642938" indent="-128588" algn="l" defTabSz="257175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Source Sans 3"/>
          <a:ea typeface="Source Sans 3"/>
          <a:cs typeface="Source Sans 3"/>
        </a:defRPr>
      </a:lvl3pPr>
      <a:lvl4pPr xmlns:a="http://schemas.openxmlformats.org/drawingml/2006/main" marL="900113" indent="-128588" algn="l" defTabSz="257175">
        <a:spcBef>
          <a:spcPct val="20000"/>
        </a:spcBef>
        <a:buFont typeface="Arial"/>
        <a:buChar char="–"/>
        <a:defRPr sz="1600" kern="1200">
          <a:solidFill>
            <a:schemeClr val="tx1"/>
          </a:solidFill>
          <a:latin typeface="Source Sans 3"/>
          <a:ea typeface="Source Sans 3"/>
          <a:cs typeface="Source Sans 3"/>
        </a:defRPr>
      </a:lvl4pPr>
      <a:lvl5pPr xmlns:a="http://schemas.openxmlformats.org/drawingml/2006/main" marL="1157288" indent="-128588" algn="l" defTabSz="257175">
        <a:spcBef>
          <a:spcPct val="20000"/>
        </a:spcBef>
        <a:buFont typeface="Arial"/>
        <a:buChar char="»"/>
        <a:defRPr sz="1600" kern="1200">
          <a:solidFill>
            <a:schemeClr val="tx1"/>
          </a:solidFill>
          <a:latin typeface="Source Sans 3"/>
          <a:ea typeface="Source Sans 3"/>
          <a:cs typeface="Source Sans 3"/>
        </a:defRPr>
      </a:lvl5pPr>
      <a:lvl6pPr xmlns:a="http://schemas.openxmlformats.org/drawingml/2006/main" marL="1414463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671638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928813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185988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5717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51435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77152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02870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28587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54305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80022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05740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EMMW Tech Bronze Theme Widescree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f18cca94b8437b" /><Relationship Type="http://schemas.openxmlformats.org/officeDocument/2006/relationships/notesSlide" Target="/ppt/notesSlides/notesSlide1.xml" Id="R52bbd4aa4d7b4e8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308f4729a6441bf" /><Relationship Type="http://schemas.openxmlformats.org/officeDocument/2006/relationships/notesSlide" Target="/ppt/notesSlides/notesSlide2.xml" Id="R0b9ad1c764694d3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a1d9935236c4204" /><Relationship Type="http://schemas.openxmlformats.org/officeDocument/2006/relationships/image" Target="/ppt/media/image2.png" Id="R390949abec5d4fd6" /><Relationship Type="http://schemas.openxmlformats.org/officeDocument/2006/relationships/notesSlide" Target="/ppt/notesSlides/notesSlide3.xml" Id="R4a74545dae084bd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335c7a00c214636" /><Relationship Type="http://schemas.openxmlformats.org/officeDocument/2006/relationships/notesSlide" Target="/ppt/notesSlides/notesSlide4.xml" Id="Ra45356f8f5e24b4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1a3ee5c00ed412b" /><Relationship Type="http://schemas.openxmlformats.org/officeDocument/2006/relationships/notesSlide" Target="/ppt/notesSlides/notesSlide5.xml" Id="R6bd1d692a07d44b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522946f52b1493f" /><Relationship Type="http://schemas.openxmlformats.org/officeDocument/2006/relationships/image" Target="/ppt/media/image3.png" Id="R55a7184140a44e3c" /><Relationship Type="http://schemas.openxmlformats.org/officeDocument/2006/relationships/notesSlide" Target="/ppt/notesSlides/notesSlide6.xml" Id="R33bb3fa10c5149d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d77084deedb448b" /><Relationship Type="http://schemas.openxmlformats.org/officeDocument/2006/relationships/notesSlide" Target="/ppt/notesSlides/notesSlide7.xml" Id="Rd6d47d5c41e8411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c9b2187b7a4017" /><Relationship Type="http://schemas.openxmlformats.org/officeDocument/2006/relationships/image" Target="/ppt/media/image4.png" Id="R4fef3a66b46c45ee" /><Relationship Type="http://schemas.openxmlformats.org/officeDocument/2006/relationships/notesSlide" Target="/ppt/notesSlides/notesSlide8.xml" Id="R487a6a13c44b436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be9943a1ff646b6" /><Relationship Type="http://schemas.openxmlformats.org/officeDocument/2006/relationships/notesSlide" Target="/ppt/notesSlides/notesSlide9.xml" Id="R29c6d4ee78a64a0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215c4846770414d" /><Relationship Type="http://schemas.openxmlformats.org/officeDocument/2006/relationships/image" Target="/ppt/media/image5.png" Id="R7a428e1ad00147cf" /><Relationship Type="http://schemas.openxmlformats.org/officeDocument/2006/relationships/notesSlide" Target="/ppt/notesSlides/notesSlide10.xml" Id="R126a5b0359b64d3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0d756b070640dd" /><Relationship Type="http://schemas.openxmlformats.org/officeDocument/2006/relationships/notesSlide" Target="/ppt/notesSlides/notesSlide11.xml" Id="Rdde0f629c206472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64cbe1f0d184827" /><Relationship Type="http://schemas.openxmlformats.org/officeDocument/2006/relationships/image" Target="/ppt/media/image6.png" Id="R665223cdfbbe45e8" /><Relationship Type="http://schemas.openxmlformats.org/officeDocument/2006/relationships/notesSlide" Target="/ppt/notesSlides/notesSlide12.xml" Id="R9eebd345536e4be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8fb57d165e04c67" /><Relationship Type="http://schemas.openxmlformats.org/officeDocument/2006/relationships/notesSlide" Target="/ppt/notesSlides/notesSlide13.xml" Id="R7861d75dc7504f1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613c52c58f74b92" /><Relationship Type="http://schemas.openxmlformats.org/officeDocument/2006/relationships/image" Target="/ppt/media/image7.png" Id="R8c7aaf435a544ed2" /><Relationship Type="http://schemas.openxmlformats.org/officeDocument/2006/relationships/notesSlide" Target="/ppt/notesSlides/notesSlide14.xml" Id="R3ff460df27ef449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31d76184ed7464d" /><Relationship Type="http://schemas.openxmlformats.org/officeDocument/2006/relationships/notesSlide" Target="/ppt/notesSlides/notesSlide15.xml" Id="R61c3406afa1349f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c5dced9e42e48a6" /><Relationship Type="http://schemas.openxmlformats.org/officeDocument/2006/relationships/notesSlide" Target="/ppt/notesSlides/notesSlide16.xml" Id="R513bc06f804f4ef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 3">
            <a:extLst xmlns:a="http://schemas.openxmlformats.org/drawingml/2006/main">
              <a:ext uri="{FF2B5EF4-FFF2-40B4-BE49-F238E27FC236}">
                <a16:creationId xmlns:a16="http://schemas.microsoft.com/office/drawing/2014/main" id="{545A441A-7637-3DF3-0B4A-831210D6348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Module 4 Commands and Validation</a:t>
            </a:r>
            <a:endParaRPr/>
          </a:p>
        </p:txBody>
      </p:sp>
      <p:sp>
        <p:nvSpPr>
          <p:cNvPr id="5" name="Subtitle 4">
            <a:extLst xmlns:a="http://schemas.openxmlformats.org/drawingml/2006/main">
              <a:ext uri="{FF2B5EF4-FFF2-40B4-BE49-F238E27FC236}">
                <a16:creationId xmlns:a16="http://schemas.microsoft.com/office/drawing/2014/main" id="{4ACC02DA-BF9B-57F9-BEC0-E5AE4CC39ED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IoT Project Cost Estimator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40754002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5D2E5F-2AE7-40AA-B67D-9D1E1DAC80C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Replace button click handlers with commands.</a:t>
            </a:r>
          </a:p>
          <a:p xmlns:a="http://schemas.openxmlformats.org/drawingml/2006/main">
            <a:pPr lvl="0">
              <a:buNone/>
            </a:pPr>
            <a:r>
              <a:t>Keep form validation in the view model.</a:t>
            </a:r>
          </a:p>
          <a:p xmlns:a="http://schemas.openxmlformats.org/drawingml/2006/main">
            <a:pPr lvl="0">
              <a:buNone/>
            </a:pPr>
            <a:r>
              <a:t>Disable Submit when values are invalid.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you will build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3665191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5D2E5F-2AE7-40AA-B67D-9D1E1DAC80C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A Button binds its Command to an ICommand property.</a:t>
            </a:r>
          </a:p>
          <a:p xmlns:a="http://schemas.openxmlformats.org/drawingml/2006/main">
            <a:pPr lvl="0">
              <a:buNone/>
            </a:pPr>
            <a:r>
              <a:t>Execute performs the action.</a:t>
            </a:r>
          </a:p>
          <a:p xmlns:a="http://schemas.openxmlformats.org/drawingml/2006/main">
            <a:pPr lvl="0">
              <a:buNone/>
            </a:pPr>
            <a:r>
              <a:t>CanExecute tells the Button when it can run.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86250"/>
          </a:bodyPr>
          <a:lstStyle xmlns:a="http://schemas.openxmlformats.org/drawingml/2006/main"/>
          <a:p xmlns:a="http://schemas.openxmlformats.org/drawingml/2006/main">
            <a:r>
              <a:t>A command connects an action to a view model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4662ED-6C05-4ED8-B20D-CF212A54AB0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0949abec5d4fd6"/>
          <a:stretch xmlns:a="http://schemas.openxmlformats.org/drawingml/2006/main"/>
        </p:blipFill>
        <p:spPr>
          <a:xfrm xmlns:a="http://schemas.openxmlformats.org/drawingml/2006/main">
            <a:off x="3505200" y="3190875"/>
            <a:ext cx="5181600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68650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5D2E5F-2AE7-40AA-B67D-9D1E1DAC80C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The view model owns the validation decision.</a:t>
            </a:r>
          </a:p>
          <a:p xmlns:a="http://schemas.openxmlformats.org/drawingml/2006/main">
            <a:pPr lvl="0">
              <a:buNone/>
            </a:pPr>
            <a:r>
              <a:t>Changed input makes the command check CanExecute again.</a:t>
            </a:r>
          </a:p>
          <a:p xmlns:a="http://schemas.openxmlformats.org/drawingml/2006/main">
            <a:pPr lvl="0">
              <a:buNone/>
            </a:pPr>
            <a:r>
              <a:t>The page still opens and closes the editor.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From C# to the screen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78155575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5D2E5F-2AE7-40AA-B67D-9D1E1DAC80C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A command represents an action in the view model.</a:t>
            </a:r>
          </a:p>
          <a:p xmlns:a="http://schemas.openxmlformats.org/drawingml/2006/main">
            <a:pPr lvl="0">
              <a:buNone/>
            </a:pPr>
            <a:r>
              <a:t>XAML binds the button to that command.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1: Submit command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22118576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5D2E5F-2AE7-40AA-B67D-9D1E1DAC80C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Submit still creates an item.</a:t>
            </a:r>
          </a:p>
          <a:p xmlns:a="http://schemas.openxmlformats.org/drawingml/2006/main">
            <a:pPr lvl="0">
              <a:buNone/>
            </a:pPr>
            <a:r>
              <a:t>The button has no Clicked handler.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1: What changed?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77AE11-6952-4C6C-94AD-6A463CEFA2C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a7184140a44e3c"/>
          <a:stretch xmlns:a="http://schemas.openxmlformats.org/drawingml/2006/main"/>
        </p:blipFill>
        <p:spPr>
          <a:xfrm xmlns:a="http://schemas.openxmlformats.org/drawingml/2006/main">
            <a:off x="3505200" y="3190875"/>
            <a:ext cx="5181600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091625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5D2E5F-2AE7-40AA-B67D-9D1E1DAC80C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Keep validation beside the form values.</a:t>
            </a:r>
          </a:p>
          <a:p xmlns:a="http://schemas.openxmlformats.org/drawingml/2006/main">
            <a:pPr lvl="0">
              <a:buNone/>
            </a:pPr>
            <a:r>
              <a:t>Create an item only when all values pass.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2: Validation rules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81886261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5D2E5F-2AE7-40AA-B67D-9D1E1DAC80C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Invalid values do not create an item.</a:t>
            </a:r>
          </a:p>
          <a:p xmlns:a="http://schemas.openxmlformats.org/drawingml/2006/main">
            <a:pPr lvl="0">
              <a:buNone/>
            </a:pPr>
            <a:r>
              <a:t>Valid values produce the expected total.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2: What changed?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1F58EA-3429-4712-ADE2-3C0733D16BD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ef3a66b46c45ee"/>
          <a:stretch xmlns:a="http://schemas.openxmlformats.org/drawingml/2006/main"/>
        </p:blipFill>
        <p:spPr>
          <a:xfrm xmlns:a="http://schemas.openxmlformats.org/drawingml/2006/main">
            <a:off x="3505200" y="3190875"/>
            <a:ext cx="5181600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19112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5D2E5F-2AE7-40AA-B67D-9D1E1DAC80C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Bind a message under the form.</a:t>
            </a:r>
          </a:p>
          <a:p xmlns:a="http://schemas.openxmlformats.org/drawingml/2006/main">
            <a:pPr lvl="0">
              <a:buNone/>
            </a:pPr>
            <a:r>
              <a:t>Tell the user which value needs work.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3: Validation message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93624247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5D2E5F-2AE7-40AA-B67D-9D1E1DAC80C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A bad value shows a specific message.</a:t>
            </a:r>
          </a:p>
          <a:p xmlns:a="http://schemas.openxmlformats.org/drawingml/2006/main">
            <a:pPr lvl="0">
              <a:buNone/>
            </a:pPr>
            <a:r>
              <a:t>A valid form shows its total.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3: What changed?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6B5DB0-A390-4CA5-84EA-B0756050126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428e1ad00147cf"/>
          <a:stretch xmlns:a="http://schemas.openxmlformats.org/drawingml/2006/main"/>
        </p:blipFill>
        <p:spPr>
          <a:xfrm xmlns:a="http://schemas.openxmlformats.org/drawingml/2006/main">
            <a:off x="3505200" y="3190875"/>
            <a:ext cx="5181600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51690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5D2E5F-2AE7-40AA-B67D-9D1E1DAC80C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CanExecute controls whether a command can run.</a:t>
            </a:r>
          </a:p>
          <a:p xmlns:a="http://schemas.openxmlformats.org/drawingml/2006/main">
            <a:pPr lvl="0">
              <a:buNone/>
            </a:pPr>
            <a:r>
              <a:t>Notify the command when input changes.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4: CanExecute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8751282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5D2E5F-2AE7-40AA-B67D-9D1E1DAC80C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Submit is disabled for invalid data.</a:t>
            </a:r>
          </a:p>
          <a:p xmlns:a="http://schemas.openxmlformats.org/drawingml/2006/main">
            <a:pPr lvl="0">
              <a:buNone/>
            </a:pPr>
            <a:r>
              <a:t>Submit enables when the form is valid.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4: What changed?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727F48-7328-4288-B474-5598BDDCC86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5223cdfbbe45e8"/>
          <a:stretch xmlns:a="http://schemas.openxmlformats.org/drawingml/2006/main"/>
        </p:blipFill>
        <p:spPr>
          <a:xfrm xmlns:a="http://schemas.openxmlformats.org/drawingml/2006/main">
            <a:off x="3505200" y="3190875"/>
            <a:ext cx="5181600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6290619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5D2E5F-2AE7-40AA-B67D-9D1E1DAC80C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Cancel is a command with no validation rule.</a:t>
            </a:r>
          </a:p>
          <a:p xmlns:a="http://schemas.openxmlformats.org/drawingml/2006/main">
            <a:pPr lvl="0">
              <a:buNone/>
            </a:pPr>
            <a:r>
              <a:t>The page still handles navigation.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5: Cancel command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47098417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5D2E5F-2AE7-40AA-B67D-9D1E1DAC80C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Cancel closes the editor.</a:t>
            </a:r>
          </a:p>
          <a:p xmlns:a="http://schemas.openxmlformats.org/drawingml/2006/main">
            <a:pPr lvl="0">
              <a:buNone/>
            </a:pPr>
            <a:r>
              <a:t>The original item stays unchanged.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5: What changed?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F456F6-B267-4A72-846F-BFFC36E9E2B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7aaf435a544ed2"/>
          <a:stretch xmlns:a="http://schemas.openxmlformats.org/drawingml/2006/main"/>
        </p:blipFill>
        <p:spPr>
          <a:xfrm xmlns:a="http://schemas.openxmlformats.org/drawingml/2006/main">
            <a:off x="3505200" y="3190875"/>
            <a:ext cx="5181600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809685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5D2E5F-2AE7-40AA-B67D-9D1E1DAC80C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I can trace a Button tap to a command.</a:t>
            </a:r>
          </a:p>
          <a:p xmlns:a="http://schemas.openxmlformats.org/drawingml/2006/main">
            <a:pPr lvl="0">
              <a:buNone/>
            </a:pPr>
            <a:r>
              <a:t>I can explain why invalid input disables Submit.</a:t>
            </a:r>
          </a:p>
          <a:p xmlns:a="http://schemas.openxmlformats.org/drawingml/2006/main">
            <a:pPr lvl="0">
              <a:buNone/>
            </a:pPr>
            <a:r>
              <a:t>I can identify which code still belongs to the page.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you can now explain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32417452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5D2E5F-2AE7-40AA-B67D-9D1E1DAC80C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Commanding with data binding</a:t>
            </a:r>
          </a:p>
          <a:p xmlns:a="http://schemas.openxmlformats.org/drawingml/2006/main">
            <a:pPr lvl="0">
              <a:buNone/>
            </a:pPr>
            <a:r>
              <a:t>Search Microsoft Learn for this topic.</a:t>
            </a:r>
          </a:p>
          <a:p xmlns:a="http://schemas.openxmlformats.org/drawingml/2006/main">
            <a:pPr lvl="0">
              <a:buNone/>
            </a:pPr>
            <a:r>
              <a:t>Try one example in a small test page.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Read more in MAUI documentation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16186576"/>
      </p:ext>
    </p:extLst>
  </p:cSld>
</p:sld>
</file>

<file path=ppt/theme/theme1.xml><?xml version="1.0" encoding="utf-8"?>
<a:theme xmlns:a="http://schemas.openxmlformats.org/drawingml/2006/main" name="EMMW Tech Bronze Theme Widescree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2026-10-15T21:19:00.2350000Z</dcterms:created>
  <dcterms:modified xsi:type="dcterms:W3CDTF">2026-10-15T21:19:00.2350000Z</dcterms:modified>
</coreProperties>
</file>