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25d84eae08471d" /><Relationship Type="http://schemas.openxmlformats.org/officeDocument/2006/relationships/extended-properties" Target="/docProps/app.xml" Id="R86e08eee235f43af" /><Relationship Type="http://schemas.openxmlformats.org/officeDocument/2006/relationships/officeDocument" Target="/ppt/presentation.xml" Id="R61548cb9520644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29353a31864b5d"/>
  </p:sldMasterIdLst>
  <p:notesMasterIdLst>
    <p:notesMasterId xmlns:r="http://schemas.openxmlformats.org/officeDocument/2006/relationships" r:id="R1c7aa91a23734761"/>
  </p:notesMasterIdLst>
  <p:sldIdLst>
    <p:sldId xmlns:r="http://schemas.openxmlformats.org/officeDocument/2006/relationships" id="256" r:id="Ref978e3df1804dc6"/>
    <p:sldId xmlns:r="http://schemas.openxmlformats.org/officeDocument/2006/relationships" id="257" r:id="R4435c69396d84f6d"/>
    <p:sldId xmlns:r="http://schemas.openxmlformats.org/officeDocument/2006/relationships" id="258" r:id="Rc8ee8464afdf4dc9"/>
    <p:sldId xmlns:r="http://schemas.openxmlformats.org/officeDocument/2006/relationships" id="259" r:id="R4e6dfe31e6d545c0"/>
    <p:sldId xmlns:r="http://schemas.openxmlformats.org/officeDocument/2006/relationships" id="260" r:id="R644821ada32d402f"/>
    <p:sldId xmlns:r="http://schemas.openxmlformats.org/officeDocument/2006/relationships" id="261" r:id="R176c7c01c0ca47ae"/>
    <p:sldId xmlns:r="http://schemas.openxmlformats.org/officeDocument/2006/relationships" id="262" r:id="R8f4b93885c2e4c35"/>
    <p:sldId xmlns:r="http://schemas.openxmlformats.org/officeDocument/2006/relationships" id="263" r:id="R38f23f67c13d4fa4"/>
    <p:sldId xmlns:r="http://schemas.openxmlformats.org/officeDocument/2006/relationships" id="264" r:id="Rae471f0046c94991"/>
    <p:sldId xmlns:r="http://schemas.openxmlformats.org/officeDocument/2006/relationships" id="265" r:id="R6d7bba99cf514f70"/>
    <p:sldId xmlns:r="http://schemas.openxmlformats.org/officeDocument/2006/relationships" id="266" r:id="Rb6941e45ae2841ab"/>
    <p:sldId xmlns:r="http://schemas.openxmlformats.org/officeDocument/2006/relationships" id="267" r:id="R962587f3d03a4322"/>
    <p:sldId xmlns:r="http://schemas.openxmlformats.org/officeDocument/2006/relationships" id="268" r:id="Rddbefbfb5f004b5d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84bc2885214f2a" /><Relationship Type="http://schemas.openxmlformats.org/officeDocument/2006/relationships/slideMaster" Target="/ppt/slideMasters/slideMaster1.xml" Id="R9c29353a31864b5d" /><Relationship Type="http://schemas.openxmlformats.org/officeDocument/2006/relationships/notesMaster" Target="/ppt/notesMasters/notesMaster1.xml" Id="R1c7aa91a23734761" /><Relationship Type="http://schemas.openxmlformats.org/officeDocument/2006/relationships/presProps" Target="/ppt/presProps.xml" Id="R137ca713e72845da" /><Relationship Type="http://schemas.openxmlformats.org/officeDocument/2006/relationships/viewProps" Target="/ppt/viewProps.xml" Id="R64a71b22a2f44465" /><Relationship Type="http://schemas.openxmlformats.org/officeDocument/2006/relationships/tableStyles" Target="/ppt/tableStyles.xml" Id="R3c2a80f5a2ba4b9b" /><Relationship Type="http://schemas.openxmlformats.org/officeDocument/2006/relationships/slide" Target="/ppt/slides/slide1.xml" Id="Ref978e3df1804dc6" /><Relationship Type="http://schemas.openxmlformats.org/officeDocument/2006/relationships/slide" Target="/ppt/slides/slide2.xml" Id="R4435c69396d84f6d" /><Relationship Type="http://schemas.openxmlformats.org/officeDocument/2006/relationships/slide" Target="/ppt/slides/slide3.xml" Id="Rc8ee8464afdf4dc9" /><Relationship Type="http://schemas.openxmlformats.org/officeDocument/2006/relationships/slide" Target="/ppt/slides/slide4.xml" Id="R4e6dfe31e6d545c0" /><Relationship Type="http://schemas.openxmlformats.org/officeDocument/2006/relationships/slide" Target="/ppt/slides/slide5.xml" Id="R644821ada32d402f" /><Relationship Type="http://schemas.openxmlformats.org/officeDocument/2006/relationships/slide" Target="/ppt/slides/slide6.xml" Id="R176c7c01c0ca47ae" /><Relationship Type="http://schemas.openxmlformats.org/officeDocument/2006/relationships/slide" Target="/ppt/slides/slide7.xml" Id="R8f4b93885c2e4c35" /><Relationship Type="http://schemas.openxmlformats.org/officeDocument/2006/relationships/slide" Target="/ppt/slides/slide8.xml" Id="R38f23f67c13d4fa4" /><Relationship Type="http://schemas.openxmlformats.org/officeDocument/2006/relationships/slide" Target="/ppt/slides/slide9.xml" Id="Rae471f0046c94991" /><Relationship Type="http://schemas.openxmlformats.org/officeDocument/2006/relationships/slide" Target="/ppt/slides/slide10.xml" Id="R6d7bba99cf514f70" /><Relationship Type="http://schemas.openxmlformats.org/officeDocument/2006/relationships/slide" Target="/ppt/slides/slide11.xml" Id="Rb6941e45ae2841ab" /><Relationship Type="http://schemas.openxmlformats.org/officeDocument/2006/relationships/slide" Target="/ppt/slides/slide12.xml" Id="R962587f3d03a4322" /><Relationship Type="http://schemas.openxmlformats.org/officeDocument/2006/relationships/slide" Target="/ppt/slides/slide13.xml" Id="Rddbefbfb5f004b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c61d8d3ef745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EMMW Tech Bronze Theme Widescre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7c900eff0f47d0" /><Relationship Type="http://schemas.openxmlformats.org/officeDocument/2006/relationships/notesMaster" Target="/ppt/notesMasters/notesMaster1.xml" Id="Rfec4c50d3d334e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1543ec97ee48a5" /><Relationship Type="http://schemas.openxmlformats.org/officeDocument/2006/relationships/notesMaster" Target="/ppt/notesMasters/notesMaster1.xml" Id="R914f6930252845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bc4dc05cb64973" /><Relationship Type="http://schemas.openxmlformats.org/officeDocument/2006/relationships/notesMaster" Target="/ppt/notesMasters/notesMaster1.xml" Id="R03e33ad4405549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25b1b60e714b3c" /><Relationship Type="http://schemas.openxmlformats.org/officeDocument/2006/relationships/notesMaster" Target="/ppt/notesMasters/notesMaster1.xml" Id="Rd7d487cf53224e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da5876232347dc" /><Relationship Type="http://schemas.openxmlformats.org/officeDocument/2006/relationships/notesMaster" Target="/ppt/notesMasters/notesMaster1.xml" Id="Rf7b24ada39e442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ac1090ccb9431d" /><Relationship Type="http://schemas.openxmlformats.org/officeDocument/2006/relationships/notesMaster" Target="/ppt/notesMasters/notesMaster1.xml" Id="R603ce967743240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f596a26de049fb" /><Relationship Type="http://schemas.openxmlformats.org/officeDocument/2006/relationships/notesMaster" Target="/ppt/notesMasters/notesMaster1.xml" Id="R7347f61c0c0c4f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2c8f8b1bba473b" /><Relationship Type="http://schemas.openxmlformats.org/officeDocument/2006/relationships/notesMaster" Target="/ppt/notesMasters/notesMaster1.xml" Id="Ra2bb281d89b84f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f4808bff6b4d45" /><Relationship Type="http://schemas.openxmlformats.org/officeDocument/2006/relationships/notesMaster" Target="/ppt/notesMasters/notesMaster1.xml" Id="R7bc856e383aa40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0edb6652eb4227" /><Relationship Type="http://schemas.openxmlformats.org/officeDocument/2006/relationships/notesMaster" Target="/ppt/notesMasters/notesMaster1.xml" Id="R719577bb4bb74fd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041d18e53334afa" /><Relationship Type="http://schemas.openxmlformats.org/officeDocument/2006/relationships/notesMaster" Target="/ppt/notesMasters/notesMaster1.xml" Id="R5b28da3eeeeb41d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860398353814ca9" /><Relationship Type="http://schemas.openxmlformats.org/officeDocument/2006/relationships/notesMaster" Target="/ppt/notesMasters/notesMaster1.xml" Id="R94021dd9ceb04c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df724ccc1ba4072" /><Relationship Type="http://schemas.openxmlformats.org/officeDocument/2006/relationships/notesMaster" Target="/ppt/notesMasters/notesMaster1.xml" Id="R544673d2cdb94e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Module 4. Open the matching Word tutorial after the exercise overview.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work for Module 4. Show the expected app result before students start. Source: Module 4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1: explain these concepts. Ask students to predict what the change will do. Then open Step 1 in the Word tutorial. Source: Module 4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1: run the app or inspect the code. Ask students to explain the observed result. Source: Module 4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2: explain these concepts. Ask students to predict what the change will do. Then open Step 2 in the Word tutorial. Source: Module 4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2: run the app or inspect the code. Ask students to explain the observed result. Source: Module 4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3: explain these concepts. Ask students to predict what the change will do. Then open Step 3 in the Word tutorial. Source: Module 4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3: run the app or inspect the code. Ask students to explain the observed result. Source: Module 4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4: explain these concepts. Ask students to predict what the change will do. Then open Step 4 in the Word tutorial. Source: Module 4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4: run the app or inspect the code. Ask students to explain the observed result. Source: Module 4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tutorial Step 5: explain these concepts. Ask students to predict what the change will do. Then open Step 5 in the Word tutorial. Source: Module 4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 tutorial Step 5: run the app or inspect the code. Ask students to explain the observed result. Source: Module 4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final tutorial checklist. Ask students to explain the module concept without reading code. Source: Module 4 Word tutorial.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e3a0b223f34e2a" /><Relationship Type="http://schemas.openxmlformats.org/officeDocument/2006/relationships/image" Target="/ppt/media/image.png" Id="R88d53deb528d41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b7a4e880d949f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39d2ecad5c4fb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2d392c195143b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a4d71e7ba54d7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44bb52f45e460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d5f60268e1498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b09908918d453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9058164df2426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3a5eaacc064fe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d7a30fa1bf4720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!!Rectangle">
            <a:extLst xmlns:a="http://schemas.openxmlformats.org/drawingml/2006/main">
              <a:ext uri="{FF2B5EF4-FFF2-40B4-BE49-F238E27FC236}">
                <a16:creationId xmlns:a16="http://schemas.microsoft.com/office/drawing/2014/main" id="{A8337851-1C2F-255A-B02C-62D7A1CC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pic>
        <p:nvPicPr>
          <p:cNvPr id="14" name="Picture 13">
            <a:extLst xmlns:a="http://schemas.openxmlformats.org/drawingml/2006/main">
              <a:ext uri="{FF2B5EF4-FFF2-40B4-BE49-F238E27FC236}">
                <a16:creationId xmlns:a16="http://schemas.microsoft.com/office/drawing/2014/main" id="{302E2B80-2A7D-4C7D-9DFA-391B3DBB60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d53deb528d41d5">
            <a:alphaModFix amt="4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493" y="280600"/>
            <a:ext cx="7249014" cy="7178499"/>
          </a:xfrm>
          <a:prstGeom xmlns:a="http://schemas.openxmlformats.org/drawingml/2006/main" prst="rect">
            <a:avLst/>
          </a:prstGeom>
        </p:spPr>
      </p:pic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B19A28E-E483-5B65-D3DF-993E4D1E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20140" y="346791"/>
            <a:ext cx="146304" cy="7040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35CDC6E-08BA-8B17-B723-AEBCF894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3241202"/>
            <a:ext cx="10506456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3175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5143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013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F94A97-31B8-400B-A822-ECCE22A138A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2876" y="970226"/>
            <a:ext cx="10363200" cy="214947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000" b="1" kern="1200">
                <a:solidFill>
                  <a:schemeClr val="bg1"/>
                </a:solidFill>
                <a:latin typeface="Orbitron"/>
                <a:ea typeface="Orbitron"/>
                <a:cs typeface="Orbitron"/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85BFE61-D0DE-450E-B5FC-39206ED024F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12879" y="3396875"/>
            <a:ext cx="10363199" cy="26151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60735" indent="-160735" algn="l">
              <a:buFont typeface="Arial"/>
              <a:buChar char="•"/>
              <a:defRPr sz="2000" kern="1200">
                <a:solidFill>
                  <a:schemeClr val="bg1"/>
                </a:solidFill>
                <a:latin typeface="Montserrat"/>
                <a:ea typeface="Montserrat"/>
                <a:cs typeface="Montserrat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2093F50-9BFA-499C-BEAF-3B689F86B8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D45120E-51AE-4E02-9F25-22D667ADF7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2096B58-DADC-46AE-909B-ED163B782A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61042D97-83DB-BE5F-E8CD-8D278F42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271" y="546847"/>
            <a:ext cx="1016000" cy="25846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B82F90-08D8-402B-8E8C-E775E98DA4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ED7C752-624A-4D6F-869E-BED4D6B579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DE61D32-51DA-45B1-A2FD-84074757D9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553DC4F-1E23-4CB2-ACED-A3953DE573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30024" y="6356355"/>
            <a:ext cx="2211293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  <p:sp>
        <p:nvSpPr>
          <p:cNvPr id="7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264ED9E-AE67-4D05-B6CA-3C767B905A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5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225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F7970EB-39A6-4344-A196-CB082A3E4F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8443A4E-A30B-4BCC-BF48-534CC1389E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535509-AA92-4727-B37D-858441EF10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9D47000-07EC-448F-B052-778F6D22D3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6919DFF-1B25-427E-ACE0-B5C27C1450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DF10C4C-B4DA-4F3D-826F-2EE1C758C6A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5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75"/>
            </a:lvl1pPr>
            <a:lvl2pPr>
              <a:buNone/>
              <a:defRPr sz="1350"/>
            </a:lvl2pPr>
            <a:lvl3pPr>
              <a:buNone/>
              <a:defRPr sz="1125"/>
            </a:lvl3pPr>
            <a:lvl4pPr>
              <a:buNone/>
              <a:defRPr sz="1013"/>
            </a:lvl4pPr>
            <a:lvl5pPr>
              <a:buNone/>
              <a:defRPr sz="1013"/>
            </a:lvl5pPr>
            <a:lvl6pPr>
              <a:buNone/>
              <a:defRPr sz="1013"/>
            </a:lvl6pPr>
            <a:lvl7pPr>
              <a:buNone/>
              <a:defRPr sz="1013"/>
            </a:lvl7pPr>
            <a:lvl8pPr>
              <a:buNone/>
              <a:defRPr sz="1013"/>
            </a:lvl8pPr>
            <a:lvl9pPr>
              <a:buNone/>
              <a:defRPr sz="1013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8404DCC-02DB-4886-9522-A3261BF66DC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5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75"/>
            </a:lvl1pPr>
            <a:lvl2pPr>
              <a:buNone/>
              <a:defRPr sz="1350"/>
            </a:lvl2pPr>
            <a:lvl3pPr>
              <a:buNone/>
              <a:defRPr sz="1125"/>
            </a:lvl3pPr>
            <a:lvl4pPr>
              <a:buNone/>
              <a:defRPr sz="1013"/>
            </a:lvl4pPr>
            <a:lvl5pPr>
              <a:buNone/>
              <a:defRPr sz="1013"/>
            </a:lvl5pPr>
            <a:lvl6pPr>
              <a:buNone/>
              <a:defRPr sz="1013"/>
            </a:lvl6pPr>
            <a:lvl7pPr>
              <a:buNone/>
              <a:defRPr sz="1013"/>
            </a:lvl7pPr>
            <a:lvl8pPr>
              <a:buNone/>
              <a:defRPr sz="1013"/>
            </a:lvl8pPr>
            <a:lvl9pPr>
              <a:buNone/>
              <a:defRPr sz="1013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B6BDD07-EF42-4F57-8BBC-06571D313F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7549B9D-E6CC-4EFD-B29E-BF709F84B9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8DDC099-7CA8-4C1E-9B10-23B77E42E9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052EA66-BBE5-455E-89B0-A5058368BA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5934FFC-8688-4A87-BAF8-11B505788D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04495CE-0099-4290-947A-61D60DA1DAE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350"/>
            </a:lvl1pPr>
            <a:lvl2pPr>
              <a:buNone/>
              <a:defRPr sz="1125"/>
            </a:lvl2pPr>
            <a:lvl3pPr>
              <a:buNone/>
              <a:defRPr sz="1013"/>
            </a:lvl3pPr>
            <a:lvl4pPr>
              <a:buNone/>
              <a:defRPr sz="900"/>
            </a:lvl4pPr>
            <a:lvl5pPr>
              <a:buNone/>
              <a:defRPr sz="900"/>
            </a:lvl5pPr>
            <a:lvl6pPr>
              <a:buNone/>
              <a:defRPr sz="900"/>
            </a:lvl6pPr>
            <a:lvl7pPr>
              <a:buNone/>
              <a:defRPr sz="900"/>
            </a:lvl7pPr>
            <a:lvl8pPr>
              <a:buNone/>
              <a:defRPr sz="900"/>
            </a:lvl8pPr>
            <a:lvl9pPr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832811A-DBBA-4333-9FBE-01FD6F32A5E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70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1F99902-D207-4923-808F-72F29615FEA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70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350"/>
            </a:lvl1pPr>
            <a:lvl2pPr>
              <a:buNone/>
              <a:defRPr sz="1125"/>
            </a:lvl2pPr>
            <a:lvl3pPr>
              <a:buNone/>
              <a:defRPr sz="1013"/>
            </a:lvl3pPr>
            <a:lvl4pPr>
              <a:buNone/>
              <a:defRPr sz="900"/>
            </a:lvl4pPr>
            <a:lvl5pPr>
              <a:buNone/>
              <a:defRPr sz="900"/>
            </a:lvl5pPr>
            <a:lvl6pPr>
              <a:buNone/>
              <a:defRPr sz="900"/>
            </a:lvl6pPr>
            <a:lvl7pPr>
              <a:buNone/>
              <a:defRPr sz="900"/>
            </a:lvl7pPr>
            <a:lvl8pPr>
              <a:buNone/>
              <a:defRPr sz="900"/>
            </a:lvl8pPr>
            <a:lvl9pPr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422371E-BA9F-4F5E-BA25-EF7855477F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859FD59-48E5-4B18-AFD9-B9391A566A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9B57461-62D5-41A6-B2AC-A09B669B68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37C2277-9FD2-4B00-B32B-E4D3129FC3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B45C79A-0C87-41F6-8EE8-F31E90EC94F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C3EFA68-51E2-4BAB-9166-82AE6AB9CA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53941A1-1205-4351-BC32-5A7DD6ABC7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C914A57-F76B-4965-A025-C644C510A3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2784D658-BB9C-401A-91F2-78A28B8D73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4007010-E236-448C-91DF-B1CF43173B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94449E2-58BC-4EA6-AF27-41E7971399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3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1125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ED16F9A-2177-4E8A-9BA7-99EDA5E860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5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575"/>
            </a:lvl2pPr>
            <a:lvl3pPr>
              <a:buNone/>
              <a:defRPr sz="1350"/>
            </a:lvl3pPr>
            <a:lvl4pPr>
              <a:buNone/>
              <a:defRPr sz="1125"/>
            </a:lvl4pPr>
            <a:lvl5pPr>
              <a:buNone/>
              <a:defRPr sz="1125"/>
            </a:lvl5pPr>
            <a:lvl6pPr>
              <a:buNone/>
              <a:defRPr sz="1125"/>
            </a:lvl6pPr>
            <a:lvl7pPr>
              <a:buNone/>
              <a:defRPr sz="1125"/>
            </a:lvl7pPr>
            <a:lvl8pPr>
              <a:buNone/>
              <a:defRPr sz="1125"/>
            </a:lvl8pPr>
            <a:lvl9pPr>
              <a:buNone/>
              <a:defRPr sz="1125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B6F62E3-5704-4208-9963-E00DA967405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3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FDCD4E3-2F78-433D-BDE8-5A0977E2B4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9426F0A-4DCA-43CC-B6F0-4B05D61BF0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883E3CE-A3C2-4288-B51D-BF52FC8EFB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77587D-2800-4710-AA8E-2547B1A1DC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1125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CF3FDFA-75C1-4468-A260-A92C3D831DB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8D548EA-61F9-4F58-9934-0DA75004BE9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5FE04A-43EC-4638-87A2-2E4D1ABE9D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409017A-5B52-408C-88AC-9E6A4BFD2D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B4A3D6-B23F-4845-95BB-239E697F8C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ACD1725-D36D-4074-90F3-DE6F4233A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C4D7772-A7FB-4443-B802-95334B1C09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A8F021A-887A-41E2-BB31-F13F5FD950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CEDF92F-CB5E-471D-A086-4139DA3CBA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429B732-E8B8-451F-ABD6-22BD352025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8256E53-8F4E-4E81-995E-C8F21D22B8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3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7947C48-680A-4C59-A4AC-720AC01319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3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69D74CC-F74E-4AF5-8AD3-480A01D9C4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F83BCA5-BD8D-4329-8C89-BE3517A96A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FFCFE2-A985-4D24-8A93-37C306F09B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0b1003c5f58b4956" /><Relationship Type="http://schemas.openxmlformats.org/officeDocument/2006/relationships/theme" Target="/ppt/slideMasters/theme/theme2.xml" Id="Ra8ba187832f5457a" /><Relationship Type="http://schemas.openxmlformats.org/officeDocument/2006/relationships/slideLayout" Target="/ppt/slideLayouts/slideLayout1.xml" Id="R8310382510f54382" /><Relationship Type="http://schemas.openxmlformats.org/officeDocument/2006/relationships/slideLayout" Target="/ppt/slideLayouts/slideLayout2.xml" Id="Rb707ee7fb56046f8" /><Relationship Type="http://schemas.openxmlformats.org/officeDocument/2006/relationships/slideLayout" Target="/ppt/slideLayouts/slideLayout3.xml" Id="Rc2025cb0d71742ca" /><Relationship Type="http://schemas.openxmlformats.org/officeDocument/2006/relationships/slideLayout" Target="/ppt/slideLayouts/slideLayout4.xml" Id="Re739b215679545d3" /><Relationship Type="http://schemas.openxmlformats.org/officeDocument/2006/relationships/slideLayout" Target="/ppt/slideLayouts/slideLayout5.xml" Id="R8b13f4c55b174bdb" /><Relationship Type="http://schemas.openxmlformats.org/officeDocument/2006/relationships/slideLayout" Target="/ppt/slideLayouts/slideLayout6.xml" Id="R78a687be8d8c41c6" /><Relationship Type="http://schemas.openxmlformats.org/officeDocument/2006/relationships/slideLayout" Target="/ppt/slideLayouts/slideLayout7.xml" Id="Rb8cede9bb9ea426b" /><Relationship Type="http://schemas.openxmlformats.org/officeDocument/2006/relationships/slideLayout" Target="/ppt/slideLayouts/slideLayout8.xml" Id="R6cee982879b74c9c" /><Relationship Type="http://schemas.openxmlformats.org/officeDocument/2006/relationships/slideLayout" Target="/ppt/slideLayouts/slideLayout9.xml" Id="R584daffe142d4226" /><Relationship Type="http://schemas.openxmlformats.org/officeDocument/2006/relationships/slideLayout" Target="/ppt/slideLayouts/slideLayout10.xml" Id="R33945dda8d724017" /><Relationship Type="http://schemas.openxmlformats.org/officeDocument/2006/relationships/slideLayout" Target="/ppt/slideLayouts/slideLayout11.xml" Id="R672a583444734e3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ECB417F-523A-4F39-B0D9-6EB5B04C3C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ADEFF82-222E-4728-A9DE-25ABFFEB47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600205"/>
            <a:ext cx="109728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BBB0D37-42E0-409C-8828-1D77D0EEFC6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5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828BE76A-8D17-464E-8A0A-B72C3EB3C0DF}" type="datetimeFigureOut">
              <a:t>14-Feb-26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C453B9F-220A-48EF-B094-EF5F8A1457A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5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C7A7E2-5B43-435C-A46E-0BD64F607CE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5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CE8ACD5-B1E0-4D51-B2B6-78FE6609EF9C}" type="slidenum">
              <a:t>‹#›</a:t>
            </a:fld>
            <a:endParaRPr/>
          </a:p>
        </p:txBody>
      </p:sp>
      <p:pic>
        <p:nvPicPr>
          <p:cNvPr id="11" name="Picture 10">
            <a:extLst xmlns:a="http://schemas.openxmlformats.org/drawingml/2006/main">
              <a:ext uri="{FF2B5EF4-FFF2-40B4-BE49-F238E27FC236}">
                <a16:creationId xmlns:a16="http://schemas.microsoft.com/office/drawing/2014/main" id="{168ADFA9-C822-4C42-8BED-7BEA56D819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003c5f58b49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12386" y="5899161"/>
            <a:ext cx="1590269" cy="1574800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10382510f54382"/>
    <p:sldLayoutId xmlns:r="http://schemas.openxmlformats.org/officeDocument/2006/relationships" id="2147483650" r:id="Rb707ee7fb56046f8"/>
    <p:sldLayoutId xmlns:r="http://schemas.openxmlformats.org/officeDocument/2006/relationships" id="2147483651" r:id="Rc2025cb0d71742ca"/>
    <p:sldLayoutId xmlns:r="http://schemas.openxmlformats.org/officeDocument/2006/relationships" id="2147483652" r:id="Re739b215679545d3"/>
    <p:sldLayoutId xmlns:r="http://schemas.openxmlformats.org/officeDocument/2006/relationships" id="2147483653" r:id="R8b13f4c55b174bdb"/>
    <p:sldLayoutId xmlns:r="http://schemas.openxmlformats.org/officeDocument/2006/relationships" id="2147483654" r:id="R78a687be8d8c41c6"/>
    <p:sldLayoutId xmlns:r="http://schemas.openxmlformats.org/officeDocument/2006/relationships" id="2147483655" r:id="Rb8cede9bb9ea426b"/>
    <p:sldLayoutId xmlns:r="http://schemas.openxmlformats.org/officeDocument/2006/relationships" id="2147483656" r:id="R6cee982879b74c9c"/>
    <p:sldLayoutId xmlns:r="http://schemas.openxmlformats.org/officeDocument/2006/relationships" id="2147483657" r:id="R584daffe142d4226"/>
    <p:sldLayoutId xmlns:r="http://schemas.openxmlformats.org/officeDocument/2006/relationships" id="2147483658" r:id="R33945dda8d724017"/>
    <p:sldLayoutId xmlns:r="http://schemas.openxmlformats.org/officeDocument/2006/relationships" id="2147483659" r:id="R672a583444734e3c"/>
  </p:sldLayoutIdLst>
  <p:txStyles>
    <p:titleStyle>
      <a:lvl1pPr xmlns:a="http://schemas.openxmlformats.org/drawingml/2006/main" algn="ctr" defTabSz="257175">
        <a:spcBef>
          <a:spcPct val="0"/>
        </a:spcBef>
        <a:buNone/>
        <a:defRPr sz="4000" kern="1200">
          <a:solidFill>
            <a:srgbClr val="C19B57"/>
          </a:solidFill>
          <a:latin typeface="Orbitron"/>
          <a:ea typeface="Orbitron"/>
          <a:cs typeface="Orbitron"/>
        </a:defRPr>
      </a:lvl1pPr>
    </p:titleStyle>
    <p:bodyStyle>
      <a:lvl1pPr xmlns:a="http://schemas.openxmlformats.org/drawingml/2006/main" marL="192881" indent="-192881" algn="l" defTabSz="257175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Source Sans 3"/>
          <a:ea typeface="Source Sans 3"/>
          <a:cs typeface="Source Sans 3"/>
        </a:defRPr>
      </a:lvl1pPr>
      <a:lvl2pPr xmlns:a="http://schemas.openxmlformats.org/drawingml/2006/main" marL="417910" indent="-160735" algn="l" defTabSz="257175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Source Sans 3"/>
          <a:ea typeface="Source Sans 3"/>
          <a:cs typeface="Source Sans 3"/>
        </a:defRPr>
      </a:lvl2pPr>
      <a:lvl3pPr xmlns:a="http://schemas.openxmlformats.org/drawingml/2006/main" marL="642938" indent="-128588" algn="l" defTabSz="257175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Source Sans 3"/>
          <a:ea typeface="Source Sans 3"/>
          <a:cs typeface="Source Sans 3"/>
        </a:defRPr>
      </a:lvl3pPr>
      <a:lvl4pPr xmlns:a="http://schemas.openxmlformats.org/drawingml/2006/main" marL="900113" indent="-128588" algn="l" defTabSz="257175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Source Sans 3"/>
          <a:ea typeface="Source Sans 3"/>
          <a:cs typeface="Source Sans 3"/>
        </a:defRPr>
      </a:lvl4pPr>
      <a:lvl5pPr xmlns:a="http://schemas.openxmlformats.org/drawingml/2006/main" marL="1157288" indent="-128588" algn="l" defTabSz="257175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Source Sans 3"/>
          <a:ea typeface="Source Sans 3"/>
          <a:cs typeface="Source Sans 3"/>
        </a:defRPr>
      </a:lvl5pPr>
      <a:lvl6pPr xmlns:a="http://schemas.openxmlformats.org/drawingml/2006/main" marL="1414463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671638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928813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185988" indent="-128588" algn="l" defTabSz="257175">
        <a:spcBef>
          <a:spcPct val="20000"/>
        </a:spcBef>
        <a:buFont typeface="Arial"/>
        <a:buChar char="•"/>
        <a:defRPr sz="112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5717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1435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7152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02870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28587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54305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800225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057400" algn="l" defTabSz="257175">
        <a:buNone/>
        <a:defRPr sz="101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EMMW Tech Bronze Theme Widescre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6d8ad30e54e5f" /><Relationship Type="http://schemas.openxmlformats.org/officeDocument/2006/relationships/notesSlide" Target="/ppt/notesSlides/notesSlide1.xml" Id="R1253aa4ad1aa48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f29e47c2ce404c" /><Relationship Type="http://schemas.openxmlformats.org/officeDocument/2006/relationships/notesSlide" Target="/ppt/notesSlides/notesSlide2.xml" Id="R0f59e1e1f7ce43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bc9d82207b49a7" /><Relationship Type="http://schemas.openxmlformats.org/officeDocument/2006/relationships/notesSlide" Target="/ppt/notesSlides/notesSlide3.xml" Id="R6d8cbcd3d11042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bf23d617744d76" /><Relationship Type="http://schemas.openxmlformats.org/officeDocument/2006/relationships/image" Target="/ppt/media/image2.png" Id="R115c24630acc45f3" /><Relationship Type="http://schemas.openxmlformats.org/officeDocument/2006/relationships/notesSlide" Target="/ppt/notesSlides/notesSlide4.xml" Id="Rf623aa69152442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4bacd208e44e94" /><Relationship Type="http://schemas.openxmlformats.org/officeDocument/2006/relationships/notesSlide" Target="/ppt/notesSlides/notesSlide5.xml" Id="R5e37f7dc048a4f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f9294d87994c29" /><Relationship Type="http://schemas.openxmlformats.org/officeDocument/2006/relationships/image" Target="/ppt/media/image3.png" Id="R8da3a946bb404d2b" /><Relationship Type="http://schemas.openxmlformats.org/officeDocument/2006/relationships/notesSlide" Target="/ppt/notesSlides/notesSlide6.xml" Id="R53b23951833f4a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9c39a04ac54cdd" /><Relationship Type="http://schemas.openxmlformats.org/officeDocument/2006/relationships/notesSlide" Target="/ppt/notesSlides/notesSlide7.xml" Id="R82a545e63b1b41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0eb516f06d47ed" /><Relationship Type="http://schemas.openxmlformats.org/officeDocument/2006/relationships/image" Target="/ppt/media/image4.png" Id="R0201798d63234b18" /><Relationship Type="http://schemas.openxmlformats.org/officeDocument/2006/relationships/notesSlide" Target="/ppt/notesSlides/notesSlide8.xml" Id="Rc4b8332d21d446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19dde6b4e34d42" /><Relationship Type="http://schemas.openxmlformats.org/officeDocument/2006/relationships/notesSlide" Target="/ppt/notesSlides/notesSlide9.xml" Id="R629aad72176b43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c64de2a10b46d6" /><Relationship Type="http://schemas.openxmlformats.org/officeDocument/2006/relationships/image" Target="/ppt/media/image5.png" Id="Rf7034e2ff48a4cf3" /><Relationship Type="http://schemas.openxmlformats.org/officeDocument/2006/relationships/notesSlide" Target="/ppt/notesSlides/notesSlide10.xml" Id="Rc2caa84ffbba4f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214235c7354559" /><Relationship Type="http://schemas.openxmlformats.org/officeDocument/2006/relationships/notesSlide" Target="/ppt/notesSlides/notesSlide11.xml" Id="Rb405feb6a90d4d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1f5990b487486d" /><Relationship Type="http://schemas.openxmlformats.org/officeDocument/2006/relationships/image" Target="/ppt/media/image6.png" Id="Rbfd18bab7d4544e9" /><Relationship Type="http://schemas.openxmlformats.org/officeDocument/2006/relationships/notesSlide" Target="/ppt/notesSlides/notesSlide12.xml" Id="R3f2a380ac0b641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fe75c30bc54474" /><Relationship Type="http://schemas.openxmlformats.org/officeDocument/2006/relationships/notesSlide" Target="/ppt/notesSlides/notesSlide13.xml" Id="R82d355e7282e4f5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45A441A-7637-3DF3-0B4A-831210D6348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Module 4 Commands and Validation</a:t>
            </a:r>
            <a:endParaRPr/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4ACC02DA-BF9B-57F9-BEC0-E5AE4CC39ED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IoT Project Cost Estimator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0754002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B82F90-08D8-402B-8E8C-E775E98DA4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Replace button click handlers with commands.</a:t>
            </a:r>
          </a:p>
          <a:p xmlns:a="http://schemas.openxmlformats.org/drawingml/2006/main">
            <a:pPr lvl="0">
              <a:buNone/>
            </a:pPr>
            <a:r>
              <a:t>Keep form validation in the view model.</a:t>
            </a:r>
          </a:p>
          <a:p xmlns:a="http://schemas.openxmlformats.org/drawingml/2006/main">
            <a:pPr lvl="0">
              <a:buNone/>
            </a:pPr>
            <a:r>
              <a:t>Disable Submit when values are invalid.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Exercise overview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5149050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B82F90-08D8-402B-8E8C-E775E98DA4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A command represents an action in the view model.</a:t>
            </a:r>
          </a:p>
          <a:p xmlns:a="http://schemas.openxmlformats.org/drawingml/2006/main">
            <a:pPr lvl="0">
              <a:buNone/>
            </a:pPr>
            <a:r>
              <a:t>XAML binds the button to that command.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1 Submit command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9321141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B82F90-08D8-402B-8E8C-E775E98DA4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Submit still creates an item.</a:t>
            </a:r>
          </a:p>
          <a:p xmlns:a="http://schemas.openxmlformats.org/drawingml/2006/main">
            <a:pPr lvl="0">
              <a:buNone/>
            </a:pPr>
            <a:r>
              <a:t>The button has no Clicked handler.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1 Check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7B52C-F0FD-4D90-95C6-5EA85AACF6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5c24630acc45f3"/>
          <a:stretch xmlns:a="http://schemas.openxmlformats.org/drawingml/2006/main"/>
        </p:blipFill>
        <p:spPr>
          <a:xfrm xmlns:a="http://schemas.openxmlformats.org/drawingml/2006/main">
            <a:off x="3505200" y="3190875"/>
            <a:ext cx="5181600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6779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B82F90-08D8-402B-8E8C-E775E98DA4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Keep validation beside the form values.</a:t>
            </a:r>
          </a:p>
          <a:p xmlns:a="http://schemas.openxmlformats.org/drawingml/2006/main">
            <a:pPr lvl="0">
              <a:buNone/>
            </a:pPr>
            <a:r>
              <a:t>Create an item only when all values pass.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2 Validation rules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015233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B82F90-08D8-402B-8E8C-E775E98DA4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Invalid values do not create an item.</a:t>
            </a:r>
          </a:p>
          <a:p xmlns:a="http://schemas.openxmlformats.org/drawingml/2006/main">
            <a:pPr lvl="0">
              <a:buNone/>
            </a:pPr>
            <a:r>
              <a:t>Valid values produce the expected total.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2 Check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107B83-1E8B-4015-B1FC-F140517E05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a3a946bb404d2b"/>
          <a:stretch xmlns:a="http://schemas.openxmlformats.org/drawingml/2006/main"/>
        </p:blipFill>
        <p:spPr>
          <a:xfrm xmlns:a="http://schemas.openxmlformats.org/drawingml/2006/main">
            <a:off x="3505200" y="3190875"/>
            <a:ext cx="5181600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765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B82F90-08D8-402B-8E8C-E775E98DA4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Bind a message under the form.</a:t>
            </a:r>
          </a:p>
          <a:p xmlns:a="http://schemas.openxmlformats.org/drawingml/2006/main">
            <a:pPr lvl="0">
              <a:buNone/>
            </a:pPr>
            <a:r>
              <a:t>Tell the user which value needs work.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3 Validation message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013918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B82F90-08D8-402B-8E8C-E775E98DA4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A bad value shows a specific message.</a:t>
            </a:r>
          </a:p>
          <a:p xmlns:a="http://schemas.openxmlformats.org/drawingml/2006/main">
            <a:pPr lvl="0">
              <a:buNone/>
            </a:pPr>
            <a:r>
              <a:t>A valid form shows its total.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3 Check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27CA5-B364-49D7-8789-D6844556ED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01798d63234b18"/>
          <a:stretch xmlns:a="http://schemas.openxmlformats.org/drawingml/2006/main"/>
        </p:blipFill>
        <p:spPr>
          <a:xfrm xmlns:a="http://schemas.openxmlformats.org/drawingml/2006/main">
            <a:off x="3505200" y="3190875"/>
            <a:ext cx="5181600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48443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B82F90-08D8-402B-8E8C-E775E98DA4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CanExecute controls whether a command can run.</a:t>
            </a:r>
          </a:p>
          <a:p xmlns:a="http://schemas.openxmlformats.org/drawingml/2006/main">
            <a:pPr lvl="0">
              <a:buNone/>
            </a:pPr>
            <a:r>
              <a:t>Notify the command when input changes.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4 CanExecute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43496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B82F90-08D8-402B-8E8C-E775E98DA4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Submit is disabled for invalid data.</a:t>
            </a:r>
          </a:p>
          <a:p xmlns:a="http://schemas.openxmlformats.org/drawingml/2006/main">
            <a:pPr lvl="0">
              <a:buNone/>
            </a:pPr>
            <a:r>
              <a:t>Submit enables when the form is valid.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4 Check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D9FF6-28EF-4FB3-9CA9-81E3BF9C318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034e2ff48a4cf3"/>
          <a:stretch xmlns:a="http://schemas.openxmlformats.org/drawingml/2006/main"/>
        </p:blipFill>
        <p:spPr>
          <a:xfrm xmlns:a="http://schemas.openxmlformats.org/drawingml/2006/main">
            <a:off x="3505200" y="3190875"/>
            <a:ext cx="5181600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73354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B82F90-08D8-402B-8E8C-E775E98DA4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Cancel is a command with no validation rule.</a:t>
            </a:r>
          </a:p>
          <a:p xmlns:a="http://schemas.openxmlformats.org/drawingml/2006/main">
            <a:pPr lvl="0">
              <a:buNone/>
            </a:pPr>
            <a:r>
              <a:t>The page still handles navigation.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5 Cancel command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6920678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B82F90-08D8-402B-8E8C-E775E98DA4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Cancel closes the editor.</a:t>
            </a:r>
          </a:p>
          <a:p xmlns:a="http://schemas.openxmlformats.org/drawingml/2006/main">
            <a:pPr lvl="0">
              <a:buNone/>
            </a:pPr>
            <a:r>
              <a:t>The original item stays unchanged.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Step 5 Check</a:t>
            </a:r>
            <a:endParaRPr/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5FFEB6-02E1-4119-928B-9330373158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d18bab7d4544e9"/>
          <a:stretch xmlns:a="http://schemas.openxmlformats.org/drawingml/2006/main"/>
        </p:blipFill>
        <p:spPr>
          <a:xfrm xmlns:a="http://schemas.openxmlformats.org/drawingml/2006/main">
            <a:off x="3505200" y="3190875"/>
            <a:ext cx="5181600" cy="304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4656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B82F90-08D8-402B-8E8C-E775E98DA4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Show the completed app workflow.</a:t>
            </a:r>
          </a:p>
          <a:p xmlns:a="http://schemas.openxmlformats.org/drawingml/2006/main">
            <a:pPr lvl="0">
              <a:buNone/>
            </a:pPr>
            <a:r>
              <a:t>Explain which responsibility changed.</a:t>
            </a:r>
          </a:p>
          <a:p xmlns:a="http://schemas.openxmlformats.org/drawingml/2006/main">
            <a:pPr lvl="0">
              <a:buNone/>
            </a:pPr>
            <a:r>
              <a:t>Check the result before the next module.</a:t>
            </a:r>
          </a:p>
        </p:txBody>
      </p:sp>
      <p:sp>
        <p:nvSpPr>
          <p:cNvPr id="3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F4F548-EDEF-186D-6633-AF1ABC814B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Module review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4015995"/>
      </p:ext>
    </p:extLst>
  </p:cSld>
</p:sld>
</file>

<file path=ppt/theme/theme1.xml><?xml version="1.0" encoding="utf-8"?>
<a:theme xmlns:a="http://schemas.openxmlformats.org/drawingml/2006/main" name="EMMW Tech Bronze Theme Widescree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2026-10-15T21:02:59.9310000Z</dcterms:created>
  <dcterms:modified xsi:type="dcterms:W3CDTF">2026-10-15T21:02:59.9310000Z</dcterms:modified>
</coreProperties>
</file>