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b11767465e42b2" /><Relationship Type="http://schemas.openxmlformats.org/officeDocument/2006/relationships/extended-properties" Target="/docProps/app.xml" Id="R3eebc7b3a4a74079" /><Relationship Type="http://schemas.openxmlformats.org/officeDocument/2006/relationships/officeDocument" Target="/ppt/presentation.xml" Id="R13ee985a8f9f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4ebc0bae0a4bac"/>
  </p:sldMasterIdLst>
  <p:notesMasterIdLst>
    <p:notesMasterId xmlns:r="http://schemas.openxmlformats.org/officeDocument/2006/relationships" r:id="R194801db60c0478e"/>
  </p:notesMasterIdLst>
  <p:sldIdLst>
    <p:sldId xmlns:r="http://schemas.openxmlformats.org/officeDocument/2006/relationships" id="256" r:id="R37eb9f8912c94d1f"/>
    <p:sldId xmlns:r="http://schemas.openxmlformats.org/officeDocument/2006/relationships" id="257" r:id="Rcb22b0a3f4784528"/>
    <p:sldId xmlns:r="http://schemas.openxmlformats.org/officeDocument/2006/relationships" id="258" r:id="Rf1435f4139574b16"/>
    <p:sldId xmlns:r="http://schemas.openxmlformats.org/officeDocument/2006/relationships" id="259" r:id="R97fadf58ea734901"/>
    <p:sldId xmlns:r="http://schemas.openxmlformats.org/officeDocument/2006/relationships" id="260" r:id="Ra8f440b27d224df4"/>
    <p:sldId xmlns:r="http://schemas.openxmlformats.org/officeDocument/2006/relationships" id="261" r:id="R50393c127bc547ab"/>
    <p:sldId xmlns:r="http://schemas.openxmlformats.org/officeDocument/2006/relationships" id="262" r:id="Ree0756196b2c4fce"/>
    <p:sldId xmlns:r="http://schemas.openxmlformats.org/officeDocument/2006/relationships" id="263" r:id="Re7694305b23145fb"/>
    <p:sldId xmlns:r="http://schemas.openxmlformats.org/officeDocument/2006/relationships" id="264" r:id="Rdfdf1eddadf84476"/>
    <p:sldId xmlns:r="http://schemas.openxmlformats.org/officeDocument/2006/relationships" id="265" r:id="Rda9d765322114882"/>
    <p:sldId xmlns:r="http://schemas.openxmlformats.org/officeDocument/2006/relationships" id="266" r:id="Rc93a6bd436ef4a28"/>
    <p:sldId xmlns:r="http://schemas.openxmlformats.org/officeDocument/2006/relationships" id="267" r:id="R474b79f60d334128"/>
    <p:sldId xmlns:r="http://schemas.openxmlformats.org/officeDocument/2006/relationships" id="268" r:id="Re6159c60427b486b"/>
    <p:sldId xmlns:r="http://schemas.openxmlformats.org/officeDocument/2006/relationships" id="269" r:id="R2ca2f9c5a97a468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c5fbc026e4c85" /><Relationship Type="http://schemas.openxmlformats.org/officeDocument/2006/relationships/slideMaster" Target="/ppt/slideMasters/slideMaster1.xml" Id="R1f4ebc0bae0a4bac" /><Relationship Type="http://schemas.openxmlformats.org/officeDocument/2006/relationships/notesMaster" Target="/ppt/notesMasters/notesMaster1.xml" Id="R194801db60c0478e" /><Relationship Type="http://schemas.openxmlformats.org/officeDocument/2006/relationships/presProps" Target="/ppt/presProps.xml" Id="R444f3dab9cf44416" /><Relationship Type="http://schemas.openxmlformats.org/officeDocument/2006/relationships/viewProps" Target="/ppt/viewProps.xml" Id="Ree90cdaac1e04e69" /><Relationship Type="http://schemas.openxmlformats.org/officeDocument/2006/relationships/tableStyles" Target="/ppt/tableStyles.xml" Id="Rd7c76d4716bb43a9" /><Relationship Type="http://schemas.openxmlformats.org/officeDocument/2006/relationships/slide" Target="/ppt/slides/slide1.xml" Id="R37eb9f8912c94d1f" /><Relationship Type="http://schemas.openxmlformats.org/officeDocument/2006/relationships/slide" Target="/ppt/slides/slide2.xml" Id="Rcb22b0a3f4784528" /><Relationship Type="http://schemas.openxmlformats.org/officeDocument/2006/relationships/slide" Target="/ppt/slides/slide3.xml" Id="Rf1435f4139574b16" /><Relationship Type="http://schemas.openxmlformats.org/officeDocument/2006/relationships/slide" Target="/ppt/slides/slide4.xml" Id="R97fadf58ea734901" /><Relationship Type="http://schemas.openxmlformats.org/officeDocument/2006/relationships/slide" Target="/ppt/slides/slide5.xml" Id="Ra8f440b27d224df4" /><Relationship Type="http://schemas.openxmlformats.org/officeDocument/2006/relationships/slide" Target="/ppt/slides/slide6.xml" Id="R50393c127bc547ab" /><Relationship Type="http://schemas.openxmlformats.org/officeDocument/2006/relationships/slide" Target="/ppt/slides/slide7.xml" Id="Ree0756196b2c4fce" /><Relationship Type="http://schemas.openxmlformats.org/officeDocument/2006/relationships/slide" Target="/ppt/slides/slide8.xml" Id="Re7694305b23145fb" /><Relationship Type="http://schemas.openxmlformats.org/officeDocument/2006/relationships/slide" Target="/ppt/slides/slide9.xml" Id="Rdfdf1eddadf84476" /><Relationship Type="http://schemas.openxmlformats.org/officeDocument/2006/relationships/slide" Target="/ppt/slides/slide10.xml" Id="Rda9d765322114882" /><Relationship Type="http://schemas.openxmlformats.org/officeDocument/2006/relationships/slide" Target="/ppt/slides/slide11.xml" Id="Rc93a6bd436ef4a28" /><Relationship Type="http://schemas.openxmlformats.org/officeDocument/2006/relationships/slide" Target="/ppt/slides/slide12.xml" Id="R474b79f60d334128" /><Relationship Type="http://schemas.openxmlformats.org/officeDocument/2006/relationships/slide" Target="/ppt/slides/slide13.xml" Id="Re6159c60427b486b" /><Relationship Type="http://schemas.openxmlformats.org/officeDocument/2006/relationships/slide" Target="/ppt/slides/slide14.xml" Id="R2ca2f9c5a97a46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3e39903713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0dafa19b744dd" /><Relationship Type="http://schemas.openxmlformats.org/officeDocument/2006/relationships/notesMaster" Target="/ppt/notesMasters/notesMaster1.xml" Id="Rd40234b092be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2bb0b225c4486e" /><Relationship Type="http://schemas.openxmlformats.org/officeDocument/2006/relationships/notesMaster" Target="/ppt/notesMasters/notesMaster1.xml" Id="Ra0e07b734e7047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c330a17158476e" /><Relationship Type="http://schemas.openxmlformats.org/officeDocument/2006/relationships/notesMaster" Target="/ppt/notesMasters/notesMaster1.xml" Id="R55c798b5a45647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dde887811b4a6e" /><Relationship Type="http://schemas.openxmlformats.org/officeDocument/2006/relationships/notesMaster" Target="/ppt/notesMasters/notesMaster1.xml" Id="Rc0085f996d6f44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1719a7d5ed44bd" /><Relationship Type="http://schemas.openxmlformats.org/officeDocument/2006/relationships/notesMaster" Target="/ppt/notesMasters/notesMaster1.xml" Id="R8ff02d1eab22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b46abdb2014424" /><Relationship Type="http://schemas.openxmlformats.org/officeDocument/2006/relationships/notesMaster" Target="/ppt/notesMasters/notesMaster1.xml" Id="R44543de7018341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21373b4b0e4288" /><Relationship Type="http://schemas.openxmlformats.org/officeDocument/2006/relationships/notesMaster" Target="/ppt/notesMasters/notesMaster1.xml" Id="Rb0ae037df27d4c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31f81e812e49be" /><Relationship Type="http://schemas.openxmlformats.org/officeDocument/2006/relationships/notesMaster" Target="/ppt/notesMasters/notesMaster1.xml" Id="Rcdf59fece9cf43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bb5f3fc2674011" /><Relationship Type="http://schemas.openxmlformats.org/officeDocument/2006/relationships/notesMaster" Target="/ppt/notesMasters/notesMaster1.xml" Id="R4b7a3736c0d4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0b6aec0c9a4763" /><Relationship Type="http://schemas.openxmlformats.org/officeDocument/2006/relationships/notesMaster" Target="/ppt/notesMasters/notesMaster1.xml" Id="R89e5b77f77af4e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c2b6e9fa484484" /><Relationship Type="http://schemas.openxmlformats.org/officeDocument/2006/relationships/notesMaster" Target="/ppt/notesMasters/notesMaster1.xml" Id="Rd41164f8bef742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fc72473c904d42" /><Relationship Type="http://schemas.openxmlformats.org/officeDocument/2006/relationships/notesMaster" Target="/ppt/notesMasters/notesMaster1.xml" Id="Rb156ab60126844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7b93f8e6454eeb" /><Relationship Type="http://schemas.openxmlformats.org/officeDocument/2006/relationships/notesMaster" Target="/ppt/notesMasters/notesMaster1.xml" Id="Ra1430db0ceae40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0baa9545214169" /><Relationship Type="http://schemas.openxmlformats.org/officeDocument/2006/relationships/notesMaster" Target="/ppt/notesMasters/notesMaster1.xml" Id="R1d0ad4c727484e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matching Word tutorial after the exercise overview. Source: Module 9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the outcome before they start. Source: Module 9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framework idea before the first exercise step.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C# object, the XAML control, and the connection between them. Source: Module 9 Word tutorial.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9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9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9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9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9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9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4: explain these concepts. Ask students to predict what the change will do. Then open Step 4 in the Word tutorial. Source: Module 9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4: run the app or inspect the code. Ask students to explain the observed result. Source: Module 9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9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reading: Dependency injection and MVVM.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a6505168e4a9f" /><Relationship Type="http://schemas.openxmlformats.org/officeDocument/2006/relationships/image" Target="/ppt/media/image.png" Id="Rf4e1f936ea5d47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df531742a40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cf9e83f1147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48f9bbfea45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bea756ec443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5d8bf519b45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e56ce050e4a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469c23e354b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24f4d0c424e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c8be2910a48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53e2b883d4cfb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3CCCDBBE-92EF-4760-AA42-719F0B161E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1f936ea5d47bc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4240F3-DC9D-4F69-B1F3-5D4C735A72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D8E1BB7-8027-4D29-9E15-5F9B96B81E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002832-88A1-411D-A37F-5F0C1EA4F6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32130C-6F8E-45AD-B129-CA7CAB410B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5FE587-48A3-4499-8833-ED085749D7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A4BFF4-2F24-4ADC-A4AC-8490ACD1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D2B964-B222-467D-9055-738D30E295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37ABCB-B776-4A2A-A862-CFA68685B7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1F3E00-258C-47FD-ACFF-E0BA0E5DC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3EE6D3-37F7-4657-B828-FFCB6912A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E7F10A-8BCA-43F8-AA20-E4610A5AB9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61968F-A701-49E0-A638-174871138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E47C8-865A-4DAF-915F-19B8D87021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FBC9DA-5B9E-47D5-BDC4-1B47D01DB4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82E617-964F-4BAA-BE0F-FB5B8302A1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03AE905-B137-44AD-AA72-3BE91DC9D1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7763734-DCA6-4BF2-AD37-30BC07075C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CD7CB9-5933-4CAD-9E50-AB79B45106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893FFF6-D77C-4086-88D3-C11656E485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A25584-5737-474C-984B-D1D318E9F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63AA12-AD1E-46EB-A855-82C50FC58E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888758-1454-48A7-819E-7EB0B86582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F5337B7-D318-454D-AE3C-409DCE3DD26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7ABC5C4-1F7A-414C-86E9-29CED79FC8D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39F2F58-B277-4349-A55F-CA4AE03FF3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8441BB4-49F2-4A4E-A0D6-E3B629BF94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6EE9829-154C-43C9-913E-6851076D9B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EA56E9-F7AF-4F9F-A067-0459C336C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277B79B-B2D2-4A44-98D4-020B151C96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A2EDF95-5577-4A38-B0BB-CA27284E22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79F175-3961-460F-AFC6-A76F097C69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9807DAC-40B0-4E4F-97E2-B018BB4277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E35D687-F416-44BC-A660-12945C6070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9FD9A02-9B7A-4EA1-BF3C-B3761E533C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726571-6FE7-465E-A5F2-77F972E46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84F6E28-5802-45F1-BF55-557168EA7A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878E18-2FCB-4471-9B12-418DD286DB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E98FB1-83BE-40E0-A67C-7B27998B64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BB9DD8-836B-42D7-AEB8-D8CE10C44B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732788B-D027-4829-AC13-B9D79563FA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8A55E2-250F-4017-AE5B-BD9A9CE62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448B72F-9CA4-4190-8A7E-C20E5E6FFC7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031900-5BB0-43C3-BC58-1ABF5A4F0D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D842FB2-A169-4B4F-BAC9-9578F6AD10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BF85AB-F1CC-4AAB-83BA-61D4A63475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5B7080-A384-4F93-B340-8D291B86B8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1238EA-9360-4066-833C-D11752A22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BA187C-C99F-4F59-AED9-E6A6E4C81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7E8B4E-9B4C-48EA-9A3E-503BC9BA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A05AE2-C77C-438F-AF8F-E7AA91823D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8F9F90-C11B-45DC-A563-43DA98154C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9BCC4B4-6E46-4E50-B3B2-87EC94B5F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705063-0DAF-4494-A645-E4C87E3FC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782D51-96E2-4277-8802-10A355647F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E468F7-62C4-44D9-A7A8-459B926A8A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056F37-EF0E-4EE8-8AD3-5514321BD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b07c6c4d76c458a" /><Relationship Type="http://schemas.openxmlformats.org/officeDocument/2006/relationships/theme" Target="/ppt/slideMasters/theme/theme2.xml" Id="R57b48cc24ea94bdc" /><Relationship Type="http://schemas.openxmlformats.org/officeDocument/2006/relationships/slideLayout" Target="/ppt/slideLayouts/slideLayout1.xml" Id="Raac12dea0eae4a3f" /><Relationship Type="http://schemas.openxmlformats.org/officeDocument/2006/relationships/slideLayout" Target="/ppt/slideLayouts/slideLayout2.xml" Id="Rf20dd49ee7674ba8" /><Relationship Type="http://schemas.openxmlformats.org/officeDocument/2006/relationships/slideLayout" Target="/ppt/slideLayouts/slideLayout3.xml" Id="Rb9b0c0887cad4241" /><Relationship Type="http://schemas.openxmlformats.org/officeDocument/2006/relationships/slideLayout" Target="/ppt/slideLayouts/slideLayout4.xml" Id="R6f479c130ff24805" /><Relationship Type="http://schemas.openxmlformats.org/officeDocument/2006/relationships/slideLayout" Target="/ppt/slideLayouts/slideLayout5.xml" Id="Rc139938a626b483a" /><Relationship Type="http://schemas.openxmlformats.org/officeDocument/2006/relationships/slideLayout" Target="/ppt/slideLayouts/slideLayout6.xml" Id="Rc10bdab73f7343e3" /><Relationship Type="http://schemas.openxmlformats.org/officeDocument/2006/relationships/slideLayout" Target="/ppt/slideLayouts/slideLayout7.xml" Id="R8a00ebecd4d64572" /><Relationship Type="http://schemas.openxmlformats.org/officeDocument/2006/relationships/slideLayout" Target="/ppt/slideLayouts/slideLayout8.xml" Id="R5e6dd8f58fd54560" /><Relationship Type="http://schemas.openxmlformats.org/officeDocument/2006/relationships/slideLayout" Target="/ppt/slideLayouts/slideLayout9.xml" Id="R83fb3d68fde047d6" /><Relationship Type="http://schemas.openxmlformats.org/officeDocument/2006/relationships/slideLayout" Target="/ppt/slideLayouts/slideLayout10.xml" Id="R0897aa4e8e924c42" /><Relationship Type="http://schemas.openxmlformats.org/officeDocument/2006/relationships/slideLayout" Target="/ppt/slideLayouts/slideLayout11.xml" Id="Rb77dade1c769436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4DB537E-53F7-474B-A645-7BFA74F88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D3FEF5-C910-4B6D-A5D4-487B4961C9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75DDE6-AD8F-4918-B85D-520234CFA82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8FFE86-4FF6-4743-8624-334A57353D2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CC9F7-BA6D-411E-B620-7ED646A12A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E8D15F62-08F4-4BC4-8637-187887903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7c6c4d76c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12dea0eae4a3f"/>
    <p:sldLayoutId xmlns:r="http://schemas.openxmlformats.org/officeDocument/2006/relationships" id="2147483650" r:id="Rf20dd49ee7674ba8"/>
    <p:sldLayoutId xmlns:r="http://schemas.openxmlformats.org/officeDocument/2006/relationships" id="2147483651" r:id="Rb9b0c0887cad4241"/>
    <p:sldLayoutId xmlns:r="http://schemas.openxmlformats.org/officeDocument/2006/relationships" id="2147483652" r:id="R6f479c130ff24805"/>
    <p:sldLayoutId xmlns:r="http://schemas.openxmlformats.org/officeDocument/2006/relationships" id="2147483653" r:id="Rc139938a626b483a"/>
    <p:sldLayoutId xmlns:r="http://schemas.openxmlformats.org/officeDocument/2006/relationships" id="2147483654" r:id="Rc10bdab73f7343e3"/>
    <p:sldLayoutId xmlns:r="http://schemas.openxmlformats.org/officeDocument/2006/relationships" id="2147483655" r:id="R8a00ebecd4d64572"/>
    <p:sldLayoutId xmlns:r="http://schemas.openxmlformats.org/officeDocument/2006/relationships" id="2147483656" r:id="R5e6dd8f58fd54560"/>
    <p:sldLayoutId xmlns:r="http://schemas.openxmlformats.org/officeDocument/2006/relationships" id="2147483657" r:id="R83fb3d68fde047d6"/>
    <p:sldLayoutId xmlns:r="http://schemas.openxmlformats.org/officeDocument/2006/relationships" id="2147483658" r:id="R0897aa4e8e924c42"/>
    <p:sldLayoutId xmlns:r="http://schemas.openxmlformats.org/officeDocument/2006/relationships" id="2147483659" r:id="Rb77dade1c7694363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836744ce04dbd" /><Relationship Type="http://schemas.openxmlformats.org/officeDocument/2006/relationships/notesSlide" Target="/ppt/notesSlides/notesSlide1.xml" Id="R298ce5ba69c0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2cd6434624677" /><Relationship Type="http://schemas.openxmlformats.org/officeDocument/2006/relationships/notesSlide" Target="/ppt/notesSlides/notesSlide2.xml" Id="Rf93c0f40b19c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19d1864d914caf" /><Relationship Type="http://schemas.openxmlformats.org/officeDocument/2006/relationships/image" Target="/ppt/media/image2.png" Id="Rd9618186d7624936" /><Relationship Type="http://schemas.openxmlformats.org/officeDocument/2006/relationships/notesSlide" Target="/ppt/notesSlides/notesSlide3.xml" Id="Rc9c4427ad48b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998eeac2c14f33" /><Relationship Type="http://schemas.openxmlformats.org/officeDocument/2006/relationships/notesSlide" Target="/ppt/notesSlides/notesSlide4.xml" Id="Re92a6d524d26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0241ddd6f4c09" /><Relationship Type="http://schemas.openxmlformats.org/officeDocument/2006/relationships/notesSlide" Target="/ppt/notesSlides/notesSlide5.xml" Id="R5ced09ffee974f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8de3944964c19" /><Relationship Type="http://schemas.openxmlformats.org/officeDocument/2006/relationships/image" Target="/ppt/media/image.jpeg" Id="R272e55dcfe264985" /><Relationship Type="http://schemas.openxmlformats.org/officeDocument/2006/relationships/notesSlide" Target="/ppt/notesSlides/notesSlide6.xml" Id="R56427d173bec4b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fc3a69d09649bf" /><Relationship Type="http://schemas.openxmlformats.org/officeDocument/2006/relationships/notesSlide" Target="/ppt/notesSlides/notesSlide7.xml" Id="Rd747bc2bad4443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2c802d62924c0c" /><Relationship Type="http://schemas.openxmlformats.org/officeDocument/2006/relationships/notesSlide" Target="/ppt/notesSlides/notesSlide8.xml" Id="R91939b3381a64c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023ab2bf4b4be6" /><Relationship Type="http://schemas.openxmlformats.org/officeDocument/2006/relationships/notesSlide" Target="/ppt/notesSlides/notesSlide9.xml" Id="Rad725115a3294a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dca3aacf643ba" /><Relationship Type="http://schemas.openxmlformats.org/officeDocument/2006/relationships/image" Target="/ppt/media/image2.jpeg" Id="Ra80e4af1d4ea45d3" /><Relationship Type="http://schemas.openxmlformats.org/officeDocument/2006/relationships/notesSlide" Target="/ppt/notesSlides/notesSlide10.xml" Id="R6325072c7b294c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c4679e5c8948bc" /><Relationship Type="http://schemas.openxmlformats.org/officeDocument/2006/relationships/notesSlide" Target="/ppt/notesSlides/notesSlide11.xml" Id="Re45ceade1b5549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587bbccc0414c" /><Relationship Type="http://schemas.openxmlformats.org/officeDocument/2006/relationships/notesSlide" Target="/ppt/notesSlides/notesSlide12.xml" Id="R2ca0b5426e2442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00ece85d164e33" /><Relationship Type="http://schemas.openxmlformats.org/officeDocument/2006/relationships/notesSlide" Target="/ppt/notesSlides/notesSlide13.xml" Id="Rfa6917f9c0994c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f38fb2dc04874" /><Relationship Type="http://schemas.openxmlformats.org/officeDocument/2006/relationships/notesSlide" Target="/ppt/notesSlides/notesSlide14.xml" Id="Rd60ae6a259a149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9 UI Boundaries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Inject the editor view model.</a:t>
            </a:r>
          </a:p>
          <a:p xmlns:a="http://schemas.openxmlformats.org/drawingml/2006/main">
            <a:pPr lvl="0">
              <a:buNone/>
            </a:pPr>
            <a:r>
              <a:t>Move navigation and alerts behind an interface.</a:t>
            </a:r>
          </a:p>
          <a:p xmlns:a="http://schemas.openxmlformats.org/drawingml/2006/main">
            <a:pPr lvl="0">
              <a:buNone/>
            </a:pPr>
            <a:r>
              <a:t>Test BOM decisions without a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will build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26351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BOM view model asks an interface for UI work.</a:t>
            </a:r>
          </a:p>
          <a:p xmlns:a="http://schemas.openxmlformats.org/drawingml/2006/main">
            <a:pPr lvl="0">
              <a:buNone/>
            </a:pPr>
            <a:r>
              <a:t>A MAUI adapter opens the page or alert.</a:t>
            </a:r>
          </a:p>
          <a:p xmlns:a="http://schemas.openxmlformats.org/drawingml/2006/main">
            <a:pPr lvl="0">
              <a:buNone/>
            </a:pPr>
            <a:r>
              <a:t>The result tells the view model what the user chose.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UI boundary returns a useful result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E95AB-2A24-45E3-9D7C-1844C9357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18186d7624936"/>
          <a:stretch xmlns:a="http://schemas.openxmlformats.org/drawingml/2006/main"/>
        </p:blipFill>
        <p:spPr>
          <a:xfrm xmlns:a="http://schemas.openxmlformats.org/drawingml/2006/main">
            <a:off x="2667000" y="3800475"/>
            <a:ext cx="6858000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23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Submit returns an item to the caller.</a:t>
            </a:r>
          </a:p>
          <a:p xmlns:a="http://schemas.openxmlformats.org/drawingml/2006/main">
            <a:pPr lvl="0">
              <a:buNone/>
            </a:pPr>
            <a:r>
              <a:t>Cancel or Back returns no item.</a:t>
            </a:r>
          </a:p>
          <a:p xmlns:a="http://schemas.openxmlformats.org/drawingml/2006/main">
            <a:pPr lvl="0">
              <a:buNone/>
            </a:pPr>
            <a:r>
              <a:t>A test can supply the result without opening a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C# to the screen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53243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container creates the editor view model.</a:t>
            </a:r>
          </a:p>
          <a:p xmlns:a="http://schemas.openxmlformats.org/drawingml/2006/main">
            <a:pPr lvl="0">
              <a:buNone/>
            </a:pPr>
            <a:r>
              <a:t>The page binds to that injected instance.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Editor injection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617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Add starts with an empty editor.</a:t>
            </a:r>
          </a:p>
          <a:p xmlns:a="http://schemas.openxmlformats.org/drawingml/2006/main">
            <a:pPr lvl="0">
              <a:buNone/>
            </a:pPr>
            <a:r>
              <a:t>Edit starts with selected values.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5D95F-8CE9-4907-8272-23BBF9F7A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e55dcfe264985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105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interface returns an item after Submit.</a:t>
            </a:r>
          </a:p>
          <a:p xmlns:a="http://schemas.openxmlformats.org/drawingml/2006/main">
            <a:pPr lvl="0">
              <a:buNone/>
            </a:pPr>
            <a:r>
              <a:t>Null means Cancel or Back.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Interaction results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72239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Cancel does not change the BOM.</a:t>
            </a:r>
          </a:p>
          <a:p xmlns:a="http://schemas.openxmlformats.org/drawingml/2006/main">
            <a:pPr lvl="0">
              <a:buNone/>
            </a:pPr>
            <a:r>
              <a:t>Submit returns the edited item.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9985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adapter opens pages and alerts.</a:t>
            </a:r>
          </a:p>
          <a:p xmlns:a="http://schemas.openxmlformats.org/drawingml/2006/main">
            <a:pPr lvl="0">
              <a:buNone/>
            </a:pPr>
            <a:r>
              <a:t>The view model uses its result.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MAUI adapter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72066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Delete shows a confirmation alert.</a:t>
            </a:r>
          </a:p>
          <a:p xmlns:a="http://schemas.openxmlformats.org/drawingml/2006/main">
            <a:pPr lvl="0">
              <a:buNone/>
            </a:pPr>
            <a:r>
              <a:t>No leaves the row in place.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944B3-CCA4-484C-B411-C3015F37F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e4af1d4ea45d3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612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BOM view model decides Add, Edit, and Delete.</a:t>
            </a:r>
          </a:p>
          <a:p xmlns:a="http://schemas.openxmlformats.org/drawingml/2006/main">
            <a:pPr lvl="0">
              <a:buNone/>
            </a:pPr>
            <a:r>
              <a:t>The adapter performs UI work.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BOM decisions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9738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page has no BOM decision code.</a:t>
            </a:r>
          </a:p>
          <a:p xmlns:a="http://schemas.openxmlformats.org/drawingml/2006/main">
            <a:pPr lvl="0">
              <a:buNone/>
            </a:pPr>
            <a:r>
              <a:t>All user actions still work.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52854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 can identify the UI adapter and its interface.</a:t>
            </a:r>
          </a:p>
          <a:p xmlns:a="http://schemas.openxmlformats.org/drawingml/2006/main">
            <a:pPr lvl="0">
              <a:buNone/>
            </a:pPr>
            <a:r>
              <a:t>I can trace Submit and Cancel to different results.</a:t>
            </a:r>
          </a:p>
          <a:p xmlns:a="http://schemas.openxmlformats.org/drawingml/2006/main">
            <a:pPr lvl="0">
              <a:buNone/>
            </a:pPr>
            <a:r>
              <a:t>I can test a BOM decision without MAUI controls.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can now explain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71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E722BD-2581-4903-B938-1D9C34BFD9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Dependency injection and MVVM</a:t>
            </a:r>
          </a:p>
          <a:p xmlns:a="http://schemas.openxmlformats.org/drawingml/2006/main">
            <a:pPr lvl="0">
              <a:buNone/>
            </a:pPr>
            <a:r>
              <a:t>Search Microsoft Learn for this topic.</a:t>
            </a:r>
          </a:p>
          <a:p xmlns:a="http://schemas.openxmlformats.org/drawingml/2006/main">
            <a:pPr lvl="0">
              <a:buNone/>
            </a:pPr>
            <a:r>
              <a:t>Try one example in a small test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Read more in MAUI documentation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6796716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2026-10-15T21:19:24.3640000Z</dcterms:created>
  <dcterms:modified xsi:type="dcterms:W3CDTF">2026-10-15T21:19:24.3640000Z</dcterms:modified>
</coreProperties>
</file>