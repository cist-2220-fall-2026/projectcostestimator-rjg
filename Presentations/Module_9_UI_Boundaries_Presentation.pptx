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ef1f09930c4e4c" /><Relationship Type="http://schemas.openxmlformats.org/officeDocument/2006/relationships/extended-properties" Target="/docProps/app.xml" Id="Rc5ee849fbe824db8" /><Relationship Type="http://schemas.openxmlformats.org/officeDocument/2006/relationships/officeDocument" Target="/ppt/presentation.xml" Id="R17880297785a48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7c57210b354bf5"/>
  </p:sldMasterIdLst>
  <p:notesMasterIdLst>
    <p:notesMasterId xmlns:r="http://schemas.openxmlformats.org/officeDocument/2006/relationships" r:id="R85d8bbef8c214b1d"/>
  </p:notesMasterIdLst>
  <p:sldIdLst>
    <p:sldId xmlns:r="http://schemas.openxmlformats.org/officeDocument/2006/relationships" id="256" r:id="Rf1fbc9b52e00455e"/>
    <p:sldId xmlns:r="http://schemas.openxmlformats.org/officeDocument/2006/relationships" id="257" r:id="Radf132310da844f8"/>
    <p:sldId xmlns:r="http://schemas.openxmlformats.org/officeDocument/2006/relationships" id="258" r:id="R2d8ab276610d4b92"/>
    <p:sldId xmlns:r="http://schemas.openxmlformats.org/officeDocument/2006/relationships" id="259" r:id="Rd5d49f1b26e74168"/>
    <p:sldId xmlns:r="http://schemas.openxmlformats.org/officeDocument/2006/relationships" id="260" r:id="R3afbfea77d3642a3"/>
    <p:sldId xmlns:r="http://schemas.openxmlformats.org/officeDocument/2006/relationships" id="261" r:id="R1602d96683f746cb"/>
    <p:sldId xmlns:r="http://schemas.openxmlformats.org/officeDocument/2006/relationships" id="262" r:id="R3e7a34cd3de54996"/>
    <p:sldId xmlns:r="http://schemas.openxmlformats.org/officeDocument/2006/relationships" id="263" r:id="R1debcee5ce964d5b"/>
    <p:sldId xmlns:r="http://schemas.openxmlformats.org/officeDocument/2006/relationships" id="264" r:id="R0b708151ba2a4aee"/>
    <p:sldId xmlns:r="http://schemas.openxmlformats.org/officeDocument/2006/relationships" id="265" r:id="Rdadd5618168f47d9"/>
    <p:sldId xmlns:r="http://schemas.openxmlformats.org/officeDocument/2006/relationships" id="266" r:id="R34d8a648a2d64dc9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7e25c239404c4f" /><Relationship Type="http://schemas.openxmlformats.org/officeDocument/2006/relationships/slideMaster" Target="/ppt/slideMasters/slideMaster1.xml" Id="R087c57210b354bf5" /><Relationship Type="http://schemas.openxmlformats.org/officeDocument/2006/relationships/notesMaster" Target="/ppt/notesMasters/notesMaster1.xml" Id="R85d8bbef8c214b1d" /><Relationship Type="http://schemas.openxmlformats.org/officeDocument/2006/relationships/presProps" Target="/ppt/presProps.xml" Id="Rd8aed94ba83845f7" /><Relationship Type="http://schemas.openxmlformats.org/officeDocument/2006/relationships/viewProps" Target="/ppt/viewProps.xml" Id="R22c60c0b2ba74e02" /><Relationship Type="http://schemas.openxmlformats.org/officeDocument/2006/relationships/tableStyles" Target="/ppt/tableStyles.xml" Id="Raba174fada6b4b0e" /><Relationship Type="http://schemas.openxmlformats.org/officeDocument/2006/relationships/slide" Target="/ppt/slides/slide1.xml" Id="Rf1fbc9b52e00455e" /><Relationship Type="http://schemas.openxmlformats.org/officeDocument/2006/relationships/slide" Target="/ppt/slides/slide2.xml" Id="Radf132310da844f8" /><Relationship Type="http://schemas.openxmlformats.org/officeDocument/2006/relationships/slide" Target="/ppt/slides/slide3.xml" Id="R2d8ab276610d4b92" /><Relationship Type="http://schemas.openxmlformats.org/officeDocument/2006/relationships/slide" Target="/ppt/slides/slide4.xml" Id="Rd5d49f1b26e74168" /><Relationship Type="http://schemas.openxmlformats.org/officeDocument/2006/relationships/slide" Target="/ppt/slides/slide5.xml" Id="R3afbfea77d3642a3" /><Relationship Type="http://schemas.openxmlformats.org/officeDocument/2006/relationships/slide" Target="/ppt/slides/slide6.xml" Id="R1602d96683f746cb" /><Relationship Type="http://schemas.openxmlformats.org/officeDocument/2006/relationships/slide" Target="/ppt/slides/slide7.xml" Id="R3e7a34cd3de54996" /><Relationship Type="http://schemas.openxmlformats.org/officeDocument/2006/relationships/slide" Target="/ppt/slides/slide8.xml" Id="R1debcee5ce964d5b" /><Relationship Type="http://schemas.openxmlformats.org/officeDocument/2006/relationships/slide" Target="/ppt/slides/slide9.xml" Id="R0b708151ba2a4aee" /><Relationship Type="http://schemas.openxmlformats.org/officeDocument/2006/relationships/slide" Target="/ppt/slides/slide10.xml" Id="Rdadd5618168f47d9" /><Relationship Type="http://schemas.openxmlformats.org/officeDocument/2006/relationships/slide" Target="/ppt/slides/slide11.xml" Id="R34d8a648a2d64d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9dbf39e776476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d25f3c167c24343" /><Relationship Type="http://schemas.openxmlformats.org/officeDocument/2006/relationships/notesMaster" Target="/ppt/notesMasters/notesMaster1.xml" Id="Ra77588aeee4849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e4ba8fd14274d4b" /><Relationship Type="http://schemas.openxmlformats.org/officeDocument/2006/relationships/notesMaster" Target="/ppt/notesMasters/notesMaster1.xml" Id="R3ddabd7181e04f2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4a27b6d87fb4e2c" /><Relationship Type="http://schemas.openxmlformats.org/officeDocument/2006/relationships/notesMaster" Target="/ppt/notesMasters/notesMaster1.xml" Id="R702c70eaff3547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ebb5ed0fa447db" /><Relationship Type="http://schemas.openxmlformats.org/officeDocument/2006/relationships/notesMaster" Target="/ppt/notesMasters/notesMaster1.xml" Id="R9e7b8dc472ff4d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095a4f88fd44839" /><Relationship Type="http://schemas.openxmlformats.org/officeDocument/2006/relationships/notesMaster" Target="/ppt/notesMasters/notesMaster1.xml" Id="Ra4b2ebcdeec244b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10746fbf734bc9" /><Relationship Type="http://schemas.openxmlformats.org/officeDocument/2006/relationships/notesMaster" Target="/ppt/notesMasters/notesMaster1.xml" Id="Rfba97681eb8f4f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bec4d72806a4d3a" /><Relationship Type="http://schemas.openxmlformats.org/officeDocument/2006/relationships/notesMaster" Target="/ppt/notesMasters/notesMaster1.xml" Id="R0666d3f591dd47a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7cc8136743423c" /><Relationship Type="http://schemas.openxmlformats.org/officeDocument/2006/relationships/notesMaster" Target="/ppt/notesMasters/notesMaster1.xml" Id="Rc0d55144da484d3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167e8f22c64033" /><Relationship Type="http://schemas.openxmlformats.org/officeDocument/2006/relationships/notesMaster" Target="/ppt/notesMasters/notesMaster1.xml" Id="Rc1b4bc067a394a9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28c723f3831457a" /><Relationship Type="http://schemas.openxmlformats.org/officeDocument/2006/relationships/notesMaster" Target="/ppt/notesMasters/notesMaster1.xml" Id="R3b098a6e205344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215bb5863e741a2" /><Relationship Type="http://schemas.openxmlformats.org/officeDocument/2006/relationships/notesMaster" Target="/ppt/notesMasters/notesMaster1.xml" Id="R993bd1be8ba74c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9.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9. Show the expected app result before students start.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9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f5533f49ae408e" /><Relationship Type="http://schemas.openxmlformats.org/officeDocument/2006/relationships/image" Target="/ppt/media/image.png" Id="R9fbab90d202a46b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8734f937af544e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2186dca108434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90bd7761154e0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b4d061535a49a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23476f9ec428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8235d5deb4b3a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764312473493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529e3dd01a413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f341161c864ba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ccc91c9db74dea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610DC1DD-DBD4-4E4B-885E-986542A80C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bab90d202a46b5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26B72D-CFB8-4FF0-9B32-F13A90628BE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240B1B9-40C8-4087-B91A-6B3F0BBC9B7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8572E6-B993-43BA-8300-31BA4B3CDB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7E0FFB7-69CE-488D-9857-4CBA109E04E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5282BE4-B947-480E-B86C-BD14B02C8E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D2EB51B-CA7C-453B-8689-536E6AD4804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731EF41-F949-4100-AACF-F0DC39D0B00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12E0339-AE66-4EA6-8578-83F32F6DB7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E9BA783-2140-4F34-9A44-3EE2932F6C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99B30E-25B4-445A-ABD0-FC4E27B9436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9B5CD9-FF07-4387-BC06-9F60CF96B7E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8ADC1FA-0F57-4C6D-A1F1-F852A8E71F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5A8827-31F6-44A2-8EE7-D15C018E22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F53078-E27C-4CD0-B03B-0A8E15EF2A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50F9A63-D453-4328-95BE-9A109F6F239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F7F6ABA-EA83-4648-B8BC-2DD82430299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BB6683-2E17-4404-89B8-D7A88D05CD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5674490-7A53-47B5-9A31-7C2C0ADD83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E4EE76-667C-47C9-892E-3CAF8539922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F5674D-6EE7-4BA6-A1A0-8CFCEFBC9C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93A76-9B46-49DF-82CF-7AD7D3AA77E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0DB8E38-E22E-45AD-94C0-26123C9A245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EE459E0-64D3-4EC3-97CB-06F1B751CE0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AF16AF8-8003-42AF-A86F-E9CB908E3BA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AB10225-00BD-4E20-A624-7B1B7301AC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BF5A2C2-B96C-47F3-B702-EC448BE5C6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0DC55D5-F90A-40A2-9352-9AC0EE4403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F5F71A8-197F-42BF-A1DE-776DD30E3B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3F008A9-CD5D-4EA4-9BEF-AB57B90DF0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6D50BB81-5EB3-4A55-851D-2AF94DE29C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2F56DB1-4425-4DE2-AE84-B6E2B9A11F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A200ACD-095E-4654-813D-F18C17C2E6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CB67FA6-6F70-4A86-AD43-44A07E611F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37053B0-A6B7-4F4A-B5C6-BA1F54781D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130ABEA-E8C8-43C4-AB52-AB988E75839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B5457E-2570-47CF-B54B-A1C4A944D6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821E3F1-384A-404F-B12D-EEFC3BAAA44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1700FDE-C011-4BA0-8AA2-069EE40C30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8DCBC1-6363-49A6-9DB4-391895C3393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9518F37-22E3-4DBF-8E1F-5759B09256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F12E601-684C-4749-8644-0A235903AD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1E6BD52-DD74-4532-8701-1039C4B6936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A368AF9-D6A1-41B7-8755-10658DD5D1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04BC6A4-BB92-4132-9AB6-7E4DA90E0D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185B1B-B8AA-4207-83C9-02558FE61B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48776C-663F-4285-9BE2-AD94C14412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9B4830B-E5BD-4C8D-99DA-2C7338665D7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C58BC7-7596-4518-946A-EAAFF49F002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3BD9EDB-4978-44E5-8AC2-F07F53A4CBD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2A57025-64AE-4BF4-AE5B-3B3270F7C74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89A4F25-9154-40ED-B9D2-BC0636C3080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4093F26-C886-49CB-B8AF-E10D283367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B20D25-9B11-40D5-8530-1C0381A9867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0DF73F1-8804-4CC5-BD20-0B915B34DD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F1E6D90-3E06-4161-A48D-7E9FBD7C7A9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B8C857D-6C6D-4C73-80D9-EE0A8F18B8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a3dc418f690441ac" /><Relationship Type="http://schemas.openxmlformats.org/officeDocument/2006/relationships/theme" Target="/ppt/slideMasters/theme/theme2.xml" Id="R307692445b9c4f83" /><Relationship Type="http://schemas.openxmlformats.org/officeDocument/2006/relationships/slideLayout" Target="/ppt/slideLayouts/slideLayout1.xml" Id="R105ad28995fd48ef" /><Relationship Type="http://schemas.openxmlformats.org/officeDocument/2006/relationships/slideLayout" Target="/ppt/slideLayouts/slideLayout2.xml" Id="R712eaf06896f4f74" /><Relationship Type="http://schemas.openxmlformats.org/officeDocument/2006/relationships/slideLayout" Target="/ppt/slideLayouts/slideLayout3.xml" Id="R8fbc82bbac604c80" /><Relationship Type="http://schemas.openxmlformats.org/officeDocument/2006/relationships/slideLayout" Target="/ppt/slideLayouts/slideLayout4.xml" Id="R7f8f9c0b5dc94d6f" /><Relationship Type="http://schemas.openxmlformats.org/officeDocument/2006/relationships/slideLayout" Target="/ppt/slideLayouts/slideLayout5.xml" Id="Rd59903b588524ea5" /><Relationship Type="http://schemas.openxmlformats.org/officeDocument/2006/relationships/slideLayout" Target="/ppt/slideLayouts/slideLayout6.xml" Id="R6745dad05e554c1e" /><Relationship Type="http://schemas.openxmlformats.org/officeDocument/2006/relationships/slideLayout" Target="/ppt/slideLayouts/slideLayout7.xml" Id="Ree1c4cc77f2146e6" /><Relationship Type="http://schemas.openxmlformats.org/officeDocument/2006/relationships/slideLayout" Target="/ppt/slideLayouts/slideLayout8.xml" Id="R615a8106b1114b1b" /><Relationship Type="http://schemas.openxmlformats.org/officeDocument/2006/relationships/slideLayout" Target="/ppt/slideLayouts/slideLayout9.xml" Id="R7d8a7c7523da4636" /><Relationship Type="http://schemas.openxmlformats.org/officeDocument/2006/relationships/slideLayout" Target="/ppt/slideLayouts/slideLayout10.xml" Id="Ra2680fe5be244484" /><Relationship Type="http://schemas.openxmlformats.org/officeDocument/2006/relationships/slideLayout" Target="/ppt/slideLayouts/slideLayout11.xml" Id="Rb8f4bff321c9413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1066309-2536-4900-AFA4-163708ACCD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7D62222-898B-4B0C-98A0-EE80B620B4D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CCFAED7-A262-412A-AFD6-0EE35DC74C3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A4F232-6A6E-4F7B-BFD9-1E02F40224F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EA0FA93-390B-486E-9719-20868AF16F8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6FD9E5B2-4651-4798-AAFA-35CA4C2C6DF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dc418f690441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5ad28995fd48ef"/>
    <p:sldLayoutId xmlns:r="http://schemas.openxmlformats.org/officeDocument/2006/relationships" id="2147483650" r:id="R712eaf06896f4f74"/>
    <p:sldLayoutId xmlns:r="http://schemas.openxmlformats.org/officeDocument/2006/relationships" id="2147483651" r:id="R8fbc82bbac604c80"/>
    <p:sldLayoutId xmlns:r="http://schemas.openxmlformats.org/officeDocument/2006/relationships" id="2147483652" r:id="R7f8f9c0b5dc94d6f"/>
    <p:sldLayoutId xmlns:r="http://schemas.openxmlformats.org/officeDocument/2006/relationships" id="2147483653" r:id="Rd59903b588524ea5"/>
    <p:sldLayoutId xmlns:r="http://schemas.openxmlformats.org/officeDocument/2006/relationships" id="2147483654" r:id="R6745dad05e554c1e"/>
    <p:sldLayoutId xmlns:r="http://schemas.openxmlformats.org/officeDocument/2006/relationships" id="2147483655" r:id="Ree1c4cc77f2146e6"/>
    <p:sldLayoutId xmlns:r="http://schemas.openxmlformats.org/officeDocument/2006/relationships" id="2147483656" r:id="R615a8106b1114b1b"/>
    <p:sldLayoutId xmlns:r="http://schemas.openxmlformats.org/officeDocument/2006/relationships" id="2147483657" r:id="R7d8a7c7523da4636"/>
    <p:sldLayoutId xmlns:r="http://schemas.openxmlformats.org/officeDocument/2006/relationships" id="2147483658" r:id="Ra2680fe5be244484"/>
    <p:sldLayoutId xmlns:r="http://schemas.openxmlformats.org/officeDocument/2006/relationships" id="2147483659" r:id="Rb8f4bff321c94137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d2234d1f794ae7" /><Relationship Type="http://schemas.openxmlformats.org/officeDocument/2006/relationships/notesSlide" Target="/ppt/notesSlides/notesSlide1.xml" Id="R90eb4d5b0d1547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c7790060ca24385" /><Relationship Type="http://schemas.openxmlformats.org/officeDocument/2006/relationships/notesSlide" Target="/ppt/notesSlides/notesSlide2.xml" Id="R1a5d439747b345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8b7c512cff4e08" /><Relationship Type="http://schemas.openxmlformats.org/officeDocument/2006/relationships/notesSlide" Target="/ppt/notesSlides/notesSlide3.xml" Id="Rfa5c87126d914b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577be009d24e86" /><Relationship Type="http://schemas.openxmlformats.org/officeDocument/2006/relationships/image" Target="/ppt/media/image.jpeg" Id="R290fab832dc74863" /><Relationship Type="http://schemas.openxmlformats.org/officeDocument/2006/relationships/notesSlide" Target="/ppt/notesSlides/notesSlide4.xml" Id="R44c6df1d311645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b81489ef0b414a" /><Relationship Type="http://schemas.openxmlformats.org/officeDocument/2006/relationships/notesSlide" Target="/ppt/notesSlides/notesSlide5.xml" Id="R377a059eb7aa4e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633181583a4936" /><Relationship Type="http://schemas.openxmlformats.org/officeDocument/2006/relationships/image" Target="/ppt/media/image2.png" Id="R42979bb68d3c46a2" /><Relationship Type="http://schemas.openxmlformats.org/officeDocument/2006/relationships/notesSlide" Target="/ppt/notesSlides/notesSlide6.xml" Id="R9e32d058e8a44a8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2d9e4ceee4b3d" /><Relationship Type="http://schemas.openxmlformats.org/officeDocument/2006/relationships/notesSlide" Target="/ppt/notesSlides/notesSlide7.xml" Id="R86af4470ef21411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306b929c27d4593" /><Relationship Type="http://schemas.openxmlformats.org/officeDocument/2006/relationships/image" Target="/ppt/media/image2.jpeg" Id="R53a6403d1ede4511" /><Relationship Type="http://schemas.openxmlformats.org/officeDocument/2006/relationships/notesSlide" Target="/ppt/notesSlides/notesSlide8.xml" Id="R843071ec92a74d1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7f85353d1841b3" /><Relationship Type="http://schemas.openxmlformats.org/officeDocument/2006/relationships/notesSlide" Target="/ppt/notesSlides/notesSlide9.xml" Id="R189ddc142a8649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5ec9045bca64886" /><Relationship Type="http://schemas.openxmlformats.org/officeDocument/2006/relationships/notesSlide" Target="/ppt/notesSlides/notesSlide10.xml" Id="Re4511cb83fec49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80528b49ad4f6f" /><Relationship Type="http://schemas.openxmlformats.org/officeDocument/2006/relationships/notesSlide" Target="/ppt/notesSlides/notesSlide11.xml" Id="Rb7eb0bc5f10a468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9 UI Boundaries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Inject the editor view model.</a:t>
            </a:r>
          </a:p>
          <a:p xmlns:a="http://schemas.openxmlformats.org/drawingml/2006/main">
            <a:pPr lvl="0">
              <a:buNone/>
            </a:pPr>
            <a:r>
              <a:t>Move navigation and alerts behind an interface.</a:t>
            </a:r>
          </a:p>
          <a:p xmlns:a="http://schemas.openxmlformats.org/drawingml/2006/main">
            <a:pPr lvl="0">
              <a:buNone/>
            </a:pPr>
            <a:r>
              <a:t>Test BOM decisions without a page.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3690682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container creates the editor view model.</a:t>
            </a:r>
          </a:p>
          <a:p xmlns:a="http://schemas.openxmlformats.org/drawingml/2006/main">
            <a:pPr lvl="0">
              <a:buNone/>
            </a:pPr>
            <a:r>
              <a:t>The page binds to that injected instance.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Editor injection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52760711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Add starts with an empty editor.</a:t>
            </a:r>
          </a:p>
          <a:p xmlns:a="http://schemas.openxmlformats.org/drawingml/2006/main">
            <a:pPr lvl="0">
              <a:buNone/>
            </a:pPr>
            <a:r>
              <a:t>Edit starts with selected values.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57155A-C71A-4CFD-BCA7-63AC9CC105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0fab832dc74863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63181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interface returns an item after Submit.</a:t>
            </a:r>
          </a:p>
          <a:p xmlns:a="http://schemas.openxmlformats.org/drawingml/2006/main">
            <a:pPr lvl="0">
              <a:buNone/>
            </a:pPr>
            <a:r>
              <a:t>Null means Cancel or Back.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Interaction results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437961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Cancel does not change the BOM.</a:t>
            </a:r>
          </a:p>
          <a:p xmlns:a="http://schemas.openxmlformats.org/drawingml/2006/main">
            <a:pPr lvl="0">
              <a:buNone/>
            </a:pPr>
            <a:r>
              <a:t>Submit returns the edited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95F13C-3698-4695-9640-B33C5F4C80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979bb68d3c46a2"/>
          <a:stretch xmlns:a="http://schemas.openxmlformats.org/drawingml/2006/main"/>
        </p:blipFill>
        <p:spPr>
          <a:xfrm xmlns:a="http://schemas.openxmlformats.org/drawingml/2006/main">
            <a:off x="2667000" y="3800475"/>
            <a:ext cx="6858000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036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adapter opens pages and alerts.</a:t>
            </a:r>
          </a:p>
          <a:p xmlns:a="http://schemas.openxmlformats.org/drawingml/2006/main">
            <a:pPr lvl="0">
              <a:buNone/>
            </a:pPr>
            <a:r>
              <a:t>The view model uses its result.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MAUI adapter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76733734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Delete shows a confirmation alert.</a:t>
            </a:r>
          </a:p>
          <a:p xmlns:a="http://schemas.openxmlformats.org/drawingml/2006/main">
            <a:pPr lvl="0">
              <a:buNone/>
            </a:pPr>
            <a:r>
              <a:t>No leaves the row in place.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6E93C8-ADE3-460D-AA1B-D6DA7149D9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6403d1ede4511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18039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BOM view model decides Add, Edit, and Delete.</a:t>
            </a:r>
          </a:p>
          <a:p xmlns:a="http://schemas.openxmlformats.org/drawingml/2006/main">
            <a:pPr lvl="0">
              <a:buNone/>
            </a:pPr>
            <a:r>
              <a:t>The adapter performs UI work.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BOM decisions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9453520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page has no BOM decision code.</a:t>
            </a:r>
          </a:p>
          <a:p xmlns:a="http://schemas.openxmlformats.org/drawingml/2006/main">
            <a:pPr lvl="0">
              <a:buNone/>
            </a:pPr>
            <a:r>
              <a:t>All user actions still work.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8085970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BA7D2B-DF81-41E9-BF8B-BE74A34B33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80349057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2026-10-15T21:03:23.2240000Z</dcterms:created>
  <dcterms:modified xsi:type="dcterms:W3CDTF">2026-10-15T21:03:23.2240000Z</dcterms:modified>
</coreProperties>
</file>