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4805037e143c1" /><Relationship Type="http://schemas.openxmlformats.org/officeDocument/2006/relationships/extended-properties" Target="/docProps/app.xml" Id="Rd693e8c7f20544f5" /><Relationship Type="http://schemas.openxmlformats.org/officeDocument/2006/relationships/officeDocument" Target="/ppt/presentation.xml" Id="R3e36972c1fd7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540c80d1af42ad"/>
  </p:sldMasterIdLst>
  <p:notesMasterIdLst>
    <p:notesMasterId xmlns:r="http://schemas.openxmlformats.org/officeDocument/2006/relationships" r:id="R85c1aedebbdc4068"/>
  </p:notesMasterIdLst>
  <p:sldIdLst>
    <p:sldId xmlns:r="http://schemas.openxmlformats.org/officeDocument/2006/relationships" id="256" r:id="R81a5d1e5c9c6472c"/>
    <p:sldId xmlns:r="http://schemas.openxmlformats.org/officeDocument/2006/relationships" id="257" r:id="Re77fb0969e1c47e7"/>
    <p:sldId xmlns:r="http://schemas.openxmlformats.org/officeDocument/2006/relationships" id="258" r:id="R346f8a1cf3264f17"/>
    <p:sldId xmlns:r="http://schemas.openxmlformats.org/officeDocument/2006/relationships" id="259" r:id="Rf582307eaa4a4e06"/>
    <p:sldId xmlns:r="http://schemas.openxmlformats.org/officeDocument/2006/relationships" id="260" r:id="Rf6d843efdc994756"/>
    <p:sldId xmlns:r="http://schemas.openxmlformats.org/officeDocument/2006/relationships" id="261" r:id="Rcc1bc8de603240ad"/>
    <p:sldId xmlns:r="http://schemas.openxmlformats.org/officeDocument/2006/relationships" id="262" r:id="R52d384617c664511"/>
    <p:sldId xmlns:r="http://schemas.openxmlformats.org/officeDocument/2006/relationships" id="263" r:id="R25c492f65d8e48ca"/>
    <p:sldId xmlns:r="http://schemas.openxmlformats.org/officeDocument/2006/relationships" id="264" r:id="Rd415178237204e28"/>
    <p:sldId xmlns:r="http://schemas.openxmlformats.org/officeDocument/2006/relationships" id="265" r:id="R5210269161d24067"/>
    <p:sldId xmlns:r="http://schemas.openxmlformats.org/officeDocument/2006/relationships" id="266" r:id="R734e1da076214945"/>
    <p:sldId xmlns:r="http://schemas.openxmlformats.org/officeDocument/2006/relationships" id="267" r:id="R1d42b1b7e9a54bab"/>
    <p:sldId xmlns:r="http://schemas.openxmlformats.org/officeDocument/2006/relationships" id="268" r:id="R0b117204c77349b9"/>
    <p:sldId xmlns:r="http://schemas.openxmlformats.org/officeDocument/2006/relationships" id="269" r:id="R1564218707c84cc9"/>
    <p:sldId xmlns:r="http://schemas.openxmlformats.org/officeDocument/2006/relationships" id="270" r:id="Rb5514a345e854517"/>
    <p:sldId xmlns:r="http://schemas.openxmlformats.org/officeDocument/2006/relationships" id="271" r:id="Rf79ddf1ec701446d"/>
    <p:sldId xmlns:r="http://schemas.openxmlformats.org/officeDocument/2006/relationships" id="272" r:id="R6780423529034daf"/>
    <p:sldId xmlns:r="http://schemas.openxmlformats.org/officeDocument/2006/relationships" id="273" r:id="Ree69bc9c7fc2458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48c5cfbc74b7f" /><Relationship Type="http://schemas.openxmlformats.org/officeDocument/2006/relationships/slideMaster" Target="/ppt/slideMasters/slideMaster1.xml" Id="Rdc540c80d1af42ad" /><Relationship Type="http://schemas.openxmlformats.org/officeDocument/2006/relationships/notesMaster" Target="/ppt/notesMasters/notesMaster1.xml" Id="R85c1aedebbdc4068" /><Relationship Type="http://schemas.openxmlformats.org/officeDocument/2006/relationships/presProps" Target="/ppt/presProps.xml" Id="Rc344428db5f6401b" /><Relationship Type="http://schemas.openxmlformats.org/officeDocument/2006/relationships/viewProps" Target="/ppt/viewProps.xml" Id="Rda7720b36cc8418d" /><Relationship Type="http://schemas.openxmlformats.org/officeDocument/2006/relationships/tableStyles" Target="/ppt/tableStyles.xml" Id="Re6ba1a9df335469f" /><Relationship Type="http://schemas.openxmlformats.org/officeDocument/2006/relationships/slide" Target="/ppt/slides/slide1.xml" Id="R81a5d1e5c9c6472c" /><Relationship Type="http://schemas.openxmlformats.org/officeDocument/2006/relationships/slide" Target="/ppt/slides/slide2.xml" Id="Re77fb0969e1c47e7" /><Relationship Type="http://schemas.openxmlformats.org/officeDocument/2006/relationships/slide" Target="/ppt/slides/slide3.xml" Id="R346f8a1cf3264f17" /><Relationship Type="http://schemas.openxmlformats.org/officeDocument/2006/relationships/slide" Target="/ppt/slides/slide4.xml" Id="Rf582307eaa4a4e06" /><Relationship Type="http://schemas.openxmlformats.org/officeDocument/2006/relationships/slide" Target="/ppt/slides/slide5.xml" Id="Rf6d843efdc994756" /><Relationship Type="http://schemas.openxmlformats.org/officeDocument/2006/relationships/slide" Target="/ppt/slides/slide6.xml" Id="Rcc1bc8de603240ad" /><Relationship Type="http://schemas.openxmlformats.org/officeDocument/2006/relationships/slide" Target="/ppt/slides/slide7.xml" Id="R52d384617c664511" /><Relationship Type="http://schemas.openxmlformats.org/officeDocument/2006/relationships/slide" Target="/ppt/slides/slide8.xml" Id="R25c492f65d8e48ca" /><Relationship Type="http://schemas.openxmlformats.org/officeDocument/2006/relationships/slide" Target="/ppt/slides/slide9.xml" Id="Rd415178237204e28" /><Relationship Type="http://schemas.openxmlformats.org/officeDocument/2006/relationships/slide" Target="/ppt/slides/slide10.xml" Id="R5210269161d24067" /><Relationship Type="http://schemas.openxmlformats.org/officeDocument/2006/relationships/slide" Target="/ppt/slides/slide11.xml" Id="R734e1da076214945" /><Relationship Type="http://schemas.openxmlformats.org/officeDocument/2006/relationships/slide" Target="/ppt/slides/slide12.xml" Id="R1d42b1b7e9a54bab" /><Relationship Type="http://schemas.openxmlformats.org/officeDocument/2006/relationships/slide" Target="/ppt/slides/slide13.xml" Id="R0b117204c77349b9" /><Relationship Type="http://schemas.openxmlformats.org/officeDocument/2006/relationships/slide" Target="/ppt/slides/slide14.xml" Id="R1564218707c84cc9" /><Relationship Type="http://schemas.openxmlformats.org/officeDocument/2006/relationships/slide" Target="/ppt/slides/slide15.xml" Id="Rb5514a345e854517" /><Relationship Type="http://schemas.openxmlformats.org/officeDocument/2006/relationships/slide" Target="/ppt/slides/slide16.xml" Id="Rf79ddf1ec701446d" /><Relationship Type="http://schemas.openxmlformats.org/officeDocument/2006/relationships/slide" Target="/ppt/slides/slide17.xml" Id="R6780423529034daf" /><Relationship Type="http://schemas.openxmlformats.org/officeDocument/2006/relationships/slide" Target="/ppt/slides/slide18.xml" Id="Ree69bc9c7fc2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ec7f90f58e4c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67adf57cc54e6f" /><Relationship Type="http://schemas.openxmlformats.org/officeDocument/2006/relationships/notesMaster" Target="/ppt/notesMasters/notesMaster1.xml" Id="Recdcab5d72c6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4b512e0174224" /><Relationship Type="http://schemas.openxmlformats.org/officeDocument/2006/relationships/notesMaster" Target="/ppt/notesMasters/notesMaster1.xml" Id="R2ba6e45224ac44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e2bf040a49493e" /><Relationship Type="http://schemas.openxmlformats.org/officeDocument/2006/relationships/notesMaster" Target="/ppt/notesMasters/notesMaster1.xml" Id="Rd7ff5395e9d147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974f65c049457a" /><Relationship Type="http://schemas.openxmlformats.org/officeDocument/2006/relationships/notesMaster" Target="/ppt/notesMasters/notesMaster1.xml" Id="Rcc599e759da149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02d93271a84e23" /><Relationship Type="http://schemas.openxmlformats.org/officeDocument/2006/relationships/notesMaster" Target="/ppt/notesMasters/notesMaster1.xml" Id="R0dc6f52d1ea646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7c8dc53ee48fc" /><Relationship Type="http://schemas.openxmlformats.org/officeDocument/2006/relationships/notesMaster" Target="/ppt/notesMasters/notesMaster1.xml" Id="R29e593008b5248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fda810ce8e4cfd" /><Relationship Type="http://schemas.openxmlformats.org/officeDocument/2006/relationships/notesMaster" Target="/ppt/notesMasters/notesMaster1.xml" Id="Reb20e8bc1c8342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198f2595b44011" /><Relationship Type="http://schemas.openxmlformats.org/officeDocument/2006/relationships/notesMaster" Target="/ppt/notesMasters/notesMaster1.xml" Id="R2114f732f63d42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0df316f0564360" /><Relationship Type="http://schemas.openxmlformats.org/officeDocument/2006/relationships/notesMaster" Target="/ppt/notesMasters/notesMaster1.xml" Id="R56b3c89b00ec41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5753efa57540a6" /><Relationship Type="http://schemas.openxmlformats.org/officeDocument/2006/relationships/notesMaster" Target="/ppt/notesMasters/notesMaster1.xml" Id="R3a9793676dba4a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e683a0db774bbd" /><Relationship Type="http://schemas.openxmlformats.org/officeDocument/2006/relationships/notesMaster" Target="/ppt/notesMasters/notesMaster1.xml" Id="R50f6e66f116448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660e9a332e4efd" /><Relationship Type="http://schemas.openxmlformats.org/officeDocument/2006/relationships/notesMaster" Target="/ppt/notesMasters/notesMaster1.xml" Id="R22fe81a961b346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e416b0a99244f0" /><Relationship Type="http://schemas.openxmlformats.org/officeDocument/2006/relationships/notesMaster" Target="/ppt/notesMasters/notesMaster1.xml" Id="Rf43fedefb7454d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4bed2c7f404c47" /><Relationship Type="http://schemas.openxmlformats.org/officeDocument/2006/relationships/notesMaster" Target="/ppt/notesMasters/notesMaster1.xml" Id="R6abc7ca8df884b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2726a75cbb4f01" /><Relationship Type="http://schemas.openxmlformats.org/officeDocument/2006/relationships/notesMaster" Target="/ppt/notesMasters/notesMaster1.xml" Id="R4f1850b4cdc946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8bfffeab564aa4" /><Relationship Type="http://schemas.openxmlformats.org/officeDocument/2006/relationships/notesMaster" Target="/ppt/notesMasters/notesMaster1.xml" Id="Rd3d4da0c218c4c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c4cb5e56ea42e6" /><Relationship Type="http://schemas.openxmlformats.org/officeDocument/2006/relationships/notesMaster" Target="/ppt/notesMasters/notesMaster1.xml" Id="R078750cdb58044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0a12946290446a" /><Relationship Type="http://schemas.openxmlformats.org/officeDocument/2006/relationships/notesMaster" Target="/ppt/notesMasters/notesMaster1.xml" Id="R1523e7418035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matching Word tutorial after the exercise overview.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the outcome before they start.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framework idea before the first exercise step.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C# object, the XAML control, and the connection between them. Source: Module 2 Word tutorial.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2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6: explain these concepts. Ask students to predict what the change will do. Then open Step 6 in the Word tutorial. Source: Module 2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6: run the app or inspect the code. Ask students to explain the observed result.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7: explain these concepts. Ask students to predict what the change will do. Then open Step 7 in the Word tutorial. Source: Module 2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7: run the app or inspect the code. Ask students to explain the observed result.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8: explain these concepts. Ask students to predict what the change will do. Then open Step 8 in the Word tutorial. Source: Module 2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8: run the app or inspect the code. Ask students to explain the observed result.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9: explain these concepts. Ask students to predict what the change will do. Then open Step 9 in the Word tutorial. Source: Module 2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9: run the app or inspect the code. Ask students to explain the observed result.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11: explain these concepts. Ask students to predict what the change will do. Then open Step 11 in the Word tutorial. Source: Module 2 Word tutorial. Related MAUI documentation: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11: run the app or inspect the code. Ask students to explain the observed result.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2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reading: CollectionView data. https://learn.microsoft.com/dotnet/maui/user-interface/controls/collectionview/populate-data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942c00bfe4650" /><Relationship Type="http://schemas.openxmlformats.org/officeDocument/2006/relationships/image" Target="/ppt/media/image.png" Id="R6e79911b22334b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5e628a4d040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9a3c01ced44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673d3e9bc47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0fecd0af54d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4058d71b146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88ab5e9234e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a13c7cef8400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6bea2471148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a21ea80724bd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46c5b17d74b0b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0154CFB1-3B67-4D50-B44E-8221F555E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9911b22334ba4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1E422F-34E4-440A-9315-F77E6AE4D5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511FCE7-D64F-40FC-AE08-CF4B996C0E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FC5DC4-11AF-472E-AA35-ED0AA8CDCE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DC9706-794E-41BA-B473-4F5C7C10E9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7728-9C08-4DC9-BD5E-8B1F5B0C4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53A608-BBC4-4701-A2F0-003A0B388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8A1032-DC72-450C-AA12-B325DF79EF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0A97F1-428B-4036-9A6A-DFE81A2D14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BAF86D-D2B6-4302-8505-C64C66BC0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0E5C83-122A-4946-8428-1A9981B405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F883CF-32F8-45E0-8990-CA14A53E2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AC4797-6A62-43F9-B120-A0D55FE7F8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23E514-56BA-4972-96F1-3FD9F64D6B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2B7EF3-5D29-43EA-924C-6C6862F08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F2D46C-2F65-4F56-8D98-32B6A28D74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2C35812-5680-4774-B908-01DF44BD4FD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8389A56-D891-4D8D-88EE-737328F58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2937B3-902A-4FBF-9745-4076F12122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E2CE327-8DCE-4230-B7C7-D181EDC961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153347-FCB7-41B2-9835-3580B6872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CCFFEA-4F37-48C8-A9AC-258F78895F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7FE1335-D503-46A0-8B15-E9BB546975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3E9A69B-61C6-41EA-8682-34C7AC36B55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8343C73-811A-4BC0-BF92-90CA97AAFB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064EE46-0E9C-4393-8EB5-281C3FBA46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18A65BC-0C79-4199-B865-FBB771FE42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4BDEB5-D262-4360-B0D7-B518BF5A9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235A4-246E-42CA-B611-B0C342A41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460300A-D201-44D7-82D5-C3C2CCA267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93C911D-C764-49F5-9CC7-19EF9E5E60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F7436DC-1A97-4B3B-8D27-5A55CCEE6F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EAB6F21-FB52-4AB1-990E-E3F3C9DB9E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8322107-167F-4D24-BEA8-84FDDAA0CA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03D0FDB-04D9-4951-AFEC-8E8C7A3902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268510-4237-445B-A00A-DDEEAEBD3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188276-CC06-4AD2-8711-F707BDBC268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61186A6-1A90-4784-AECD-D2EFC50CF0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C474377-38C4-4C6C-86D0-B5AFEA215E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F3555F-F124-43DA-AB3B-908BE1523E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F4D7F80-49C1-45A0-9261-C3BB156D0E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4EF59A-AA8A-4E86-BF13-2930F1648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D018565-9032-40B3-B182-E48057DD8BF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4CF89B2-B614-43D9-BABD-5F4269EBD8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EC341B-4FC8-4409-BA21-7AFFFC5AC9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9EC686-0525-457E-99EC-DB862BD451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A54F9A-3095-48ED-92B6-796ED002B4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BFF067-09FA-4D02-8EFB-1C66B914B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357C7E6-1622-487E-B0FF-88DE8E7453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A294E1-5992-4A24-A9CE-4CBA95D23D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43102C-27A2-4051-86C1-6532534FB6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B70031-BD7C-4440-893E-00D50A595C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5C5D878-7FE2-42AB-A15B-5816729FFC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B39076-36E4-4002-B874-37AED4292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DC367D-EA9E-484E-9BA7-8CF673D9D3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127B75-0434-422E-A36C-3AA2F49979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7E353D-B1A6-45EC-AD13-4C999E6F40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ce66be37271d4bd4" /><Relationship Type="http://schemas.openxmlformats.org/officeDocument/2006/relationships/theme" Target="/ppt/slideMasters/theme/theme2.xml" Id="R38b1df8337ef4b65" /><Relationship Type="http://schemas.openxmlformats.org/officeDocument/2006/relationships/slideLayout" Target="/ppt/slideLayouts/slideLayout1.xml" Id="Rb8fcdcd4bee64dfd" /><Relationship Type="http://schemas.openxmlformats.org/officeDocument/2006/relationships/slideLayout" Target="/ppt/slideLayouts/slideLayout2.xml" Id="Rc10dfdff57434a14" /><Relationship Type="http://schemas.openxmlformats.org/officeDocument/2006/relationships/slideLayout" Target="/ppt/slideLayouts/slideLayout3.xml" Id="R9c2538570c2a4c9e" /><Relationship Type="http://schemas.openxmlformats.org/officeDocument/2006/relationships/slideLayout" Target="/ppt/slideLayouts/slideLayout4.xml" Id="Ree3640f46f6b4d32" /><Relationship Type="http://schemas.openxmlformats.org/officeDocument/2006/relationships/slideLayout" Target="/ppt/slideLayouts/slideLayout5.xml" Id="Rfa964d1899044a12" /><Relationship Type="http://schemas.openxmlformats.org/officeDocument/2006/relationships/slideLayout" Target="/ppt/slideLayouts/slideLayout6.xml" Id="R569d73150b7a4182" /><Relationship Type="http://schemas.openxmlformats.org/officeDocument/2006/relationships/slideLayout" Target="/ppt/slideLayouts/slideLayout7.xml" Id="Rcae43301723a4505" /><Relationship Type="http://schemas.openxmlformats.org/officeDocument/2006/relationships/slideLayout" Target="/ppt/slideLayouts/slideLayout8.xml" Id="R576c5fb352fd4563" /><Relationship Type="http://schemas.openxmlformats.org/officeDocument/2006/relationships/slideLayout" Target="/ppt/slideLayouts/slideLayout9.xml" Id="R3ea742b443c944d7" /><Relationship Type="http://schemas.openxmlformats.org/officeDocument/2006/relationships/slideLayout" Target="/ppt/slideLayouts/slideLayout10.xml" Id="R6b55cd5bc9a04048" /><Relationship Type="http://schemas.openxmlformats.org/officeDocument/2006/relationships/slideLayout" Target="/ppt/slideLayouts/slideLayout11.xml" Id="R24a3b5b557d040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4C2322D-EF6B-4986-9F53-906ACCE06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41BC10-DAB4-4610-AD7C-363224BF68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72BEA0-1FD7-49BD-91F8-6A0925670C1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448EFA-C4E4-40D6-BE20-14A36DFD32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ABA7A6-4382-4980-828C-81708A52FF4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56EAE9B-BFA8-4AAE-95CC-BAC0073566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6be37271d4b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fcdcd4bee64dfd"/>
    <p:sldLayoutId xmlns:r="http://schemas.openxmlformats.org/officeDocument/2006/relationships" id="2147483650" r:id="Rc10dfdff57434a14"/>
    <p:sldLayoutId xmlns:r="http://schemas.openxmlformats.org/officeDocument/2006/relationships" id="2147483651" r:id="R9c2538570c2a4c9e"/>
    <p:sldLayoutId xmlns:r="http://schemas.openxmlformats.org/officeDocument/2006/relationships" id="2147483652" r:id="Ree3640f46f6b4d32"/>
    <p:sldLayoutId xmlns:r="http://schemas.openxmlformats.org/officeDocument/2006/relationships" id="2147483653" r:id="Rfa964d1899044a12"/>
    <p:sldLayoutId xmlns:r="http://schemas.openxmlformats.org/officeDocument/2006/relationships" id="2147483654" r:id="R569d73150b7a4182"/>
    <p:sldLayoutId xmlns:r="http://schemas.openxmlformats.org/officeDocument/2006/relationships" id="2147483655" r:id="Rcae43301723a4505"/>
    <p:sldLayoutId xmlns:r="http://schemas.openxmlformats.org/officeDocument/2006/relationships" id="2147483656" r:id="R576c5fb352fd4563"/>
    <p:sldLayoutId xmlns:r="http://schemas.openxmlformats.org/officeDocument/2006/relationships" id="2147483657" r:id="R3ea742b443c944d7"/>
    <p:sldLayoutId xmlns:r="http://schemas.openxmlformats.org/officeDocument/2006/relationships" id="2147483658" r:id="R6b55cd5bc9a04048"/>
    <p:sldLayoutId xmlns:r="http://schemas.openxmlformats.org/officeDocument/2006/relationships" id="2147483659" r:id="R24a3b5b557d040be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0a7548abf459e" /><Relationship Type="http://schemas.openxmlformats.org/officeDocument/2006/relationships/notesSlide" Target="/ppt/notesSlides/notesSlide1.xml" Id="R196c4830af4a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5f2b8398554c5e" /><Relationship Type="http://schemas.openxmlformats.org/officeDocument/2006/relationships/notesSlide" Target="/ppt/notesSlides/notesSlide2.xml" Id="Rb2e2dbfe03b9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9e13ac73d245f3" /><Relationship Type="http://schemas.openxmlformats.org/officeDocument/2006/relationships/image" Target="/ppt/media/image2.png" Id="R6336e2f83e5e4f42" /><Relationship Type="http://schemas.openxmlformats.org/officeDocument/2006/relationships/notesSlide" Target="/ppt/notesSlides/notesSlide3.xml" Id="R2b1890f26c984b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71aaef746d4ffa" /><Relationship Type="http://schemas.openxmlformats.org/officeDocument/2006/relationships/notesSlide" Target="/ppt/notesSlides/notesSlide4.xml" Id="R3079f85e9a66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c5c9160494543" /><Relationship Type="http://schemas.openxmlformats.org/officeDocument/2006/relationships/notesSlide" Target="/ppt/notesSlides/notesSlide5.xml" Id="R7bb602cc0b5240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6fda1b7464668" /><Relationship Type="http://schemas.openxmlformats.org/officeDocument/2006/relationships/image" Target="/ppt/media/image3.png" Id="R4d1ea70d50ec4b12" /><Relationship Type="http://schemas.openxmlformats.org/officeDocument/2006/relationships/notesSlide" Target="/ppt/notesSlides/notesSlide6.xml" Id="R98ff1d62e26b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90c96afb5c4b18" /><Relationship Type="http://schemas.openxmlformats.org/officeDocument/2006/relationships/notesSlide" Target="/ppt/notesSlides/notesSlide7.xml" Id="R8a2d0ab523164a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e83a739b9494c" /><Relationship Type="http://schemas.openxmlformats.org/officeDocument/2006/relationships/notesSlide" Target="/ppt/notesSlides/notesSlide8.xml" Id="Ra82b2b99c1014a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489f6274a4988" /><Relationship Type="http://schemas.openxmlformats.org/officeDocument/2006/relationships/notesSlide" Target="/ppt/notesSlides/notesSlide9.xml" Id="R87d25818aaed49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869decda4e4f0c" /><Relationship Type="http://schemas.openxmlformats.org/officeDocument/2006/relationships/image" Target="/ppt/media/image4.png" Id="R7ada26fe4d454192" /><Relationship Type="http://schemas.openxmlformats.org/officeDocument/2006/relationships/notesSlide" Target="/ppt/notesSlides/notesSlide10.xml" Id="R7fab281a786243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2b29e8726d4f6e" /><Relationship Type="http://schemas.openxmlformats.org/officeDocument/2006/relationships/notesSlide" Target="/ppt/notesSlides/notesSlide11.xml" Id="R5cc83ae8eb1a41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1cf532b57485c" /><Relationship Type="http://schemas.openxmlformats.org/officeDocument/2006/relationships/image" Target="/ppt/media/image5.png" Id="R85acc26ab7f344fa" /><Relationship Type="http://schemas.openxmlformats.org/officeDocument/2006/relationships/notesSlide" Target="/ppt/notesSlides/notesSlide12.xml" Id="R681541f1af1047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385d7c1f94a98" /><Relationship Type="http://schemas.openxmlformats.org/officeDocument/2006/relationships/notesSlide" Target="/ppt/notesSlides/notesSlide13.xml" Id="R92ebfb9844ca4a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84f7889e5147fc" /><Relationship Type="http://schemas.openxmlformats.org/officeDocument/2006/relationships/image" Target="/ppt/media/image6.png" Id="Rb1d8aa2057c1488a" /><Relationship Type="http://schemas.openxmlformats.org/officeDocument/2006/relationships/notesSlide" Target="/ppt/notesSlides/notesSlide14.xml" Id="R9a36dcefecf34f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b8265bf5174c11" /><Relationship Type="http://schemas.openxmlformats.org/officeDocument/2006/relationships/notesSlide" Target="/ppt/notesSlides/notesSlide15.xml" Id="Rac8dac0b6fba43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49a395a58c41f4" /><Relationship Type="http://schemas.openxmlformats.org/officeDocument/2006/relationships/image" Target="/ppt/media/image7.png" Id="R2d58aef86a4d44bf" /><Relationship Type="http://schemas.openxmlformats.org/officeDocument/2006/relationships/notesSlide" Target="/ppt/notesSlides/notesSlide16.xml" Id="R88ee26b5580342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1b2dd106f54769" /><Relationship Type="http://schemas.openxmlformats.org/officeDocument/2006/relationships/notesSlide" Target="/ppt/notesSlides/notesSlide17.xml" Id="R326e438881714e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7b2e2b46b4db1" /><Relationship Type="http://schemas.openxmlformats.org/officeDocument/2006/relationships/notesSlide" Target="/ppt/notesSlides/notesSlide18.xml" Id="R14f9cb5871b641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2 Bill of Materials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Return items from the editor.</a:t>
            </a:r>
          </a:p>
          <a:p xmlns:a="http://schemas.openxmlformats.org/drawingml/2006/main">
            <a:pPr lvl="0">
              <a:buNone/>
            </a:pPr>
            <a:r>
              <a:t>Add, edit, and delete BOM rows.</a:t>
            </a:r>
          </a:p>
          <a:p xmlns:a="http://schemas.openxmlformats.org/drawingml/2006/main">
            <a:pPr lvl="0">
              <a:buNone/>
            </a:pPr>
            <a:r>
              <a:t>Add Help and Shell destinations.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will build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18099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CollectionView repeats one DataTemplate for each item.</a:t>
            </a:r>
          </a:p>
          <a:p xmlns:a="http://schemas.openxmlformats.org/drawingml/2006/main">
            <a:pPr lvl="0">
              <a:buNone/>
            </a:pPr>
            <a:r>
              <a:t>Inside a row, bindings read that row’s MaterialItem.</a:t>
            </a:r>
          </a:p>
          <a:p xmlns:a="http://schemas.openxmlformats.org/drawingml/2006/main">
            <a:pPr lvl="0">
              <a:buNone/>
            </a:pPr>
            <a:r>
              <a:t>The page controls when the list changes.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One template, many item rows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A747C-B6A6-49EB-973F-CCB862D1A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6e2f83e5e4f42"/>
          <a:stretch xmlns:a="http://schemas.openxmlformats.org/drawingml/2006/main"/>
        </p:blipFill>
        <p:spPr>
          <a:xfrm xmlns:a="http://schemas.openxmlformats.org/drawingml/2006/main">
            <a:off x="3418237" y="3190875"/>
            <a:ext cx="535552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812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Add, Edit, and Delete change C# list data.</a:t>
            </a:r>
          </a:p>
          <a:p xmlns:a="http://schemas.openxmlformats.org/drawingml/2006/main">
            <a:pPr lvl="0">
              <a:buNone/>
            </a:pPr>
            <a:r>
              <a:t>This module tells the view to refresh after a change.</a:t>
            </a:r>
          </a:p>
          <a:p xmlns:a="http://schemas.openxmlformats.org/drawingml/2006/main">
            <a:pPr lvl="0">
              <a:buNone/>
            </a:pPr>
            <a:r>
              <a:t>Later modules make that update automatic.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C# to the screen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72346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editor returns a MaterialItem.</a:t>
            </a:r>
          </a:p>
          <a:p xmlns:a="http://schemas.openxmlformats.org/drawingml/2006/main">
            <a:pPr lvl="0">
              <a:buNone/>
            </a:pPr>
            <a:r>
              <a:t>Cancel returns without a new item.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Return an item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02272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page can hold a submitted item.</a:t>
            </a:r>
          </a:p>
          <a:p xmlns:a="http://schemas.openxmlformats.org/drawingml/2006/main">
            <a:pPr lvl="0">
              <a:buNone/>
            </a:pPr>
            <a:r>
              <a:t>A new editor starts with empty fields.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D1F9C-AEF4-45E4-9B4F-AE692C70B4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ea70d50ec4b12"/>
          <a:stretch xmlns:a="http://schemas.openxmlformats.org/drawingml/2006/main"/>
        </p:blipFill>
        <p:spPr>
          <a:xfrm xmlns:a="http://schemas.openxmlformats.org/drawingml/2006/main">
            <a:off x="3418237" y="3190875"/>
            <a:ext cx="535552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095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CollectionView repeats a row template.</a:t>
            </a:r>
          </a:p>
          <a:p xmlns:a="http://schemas.openxmlformats.org/drawingml/2006/main">
            <a:pPr lvl="0">
              <a:buNone/>
            </a:pPr>
            <a:r>
              <a:t>BindingContext supplies each row item.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6: CollectionView rows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20457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BOM shows each sample item.</a:t>
            </a:r>
          </a:p>
          <a:p xmlns:a="http://schemas.openxmlformats.org/drawingml/2006/main">
            <a:pPr lvl="0">
              <a:buNone/>
            </a:pPr>
            <a:r>
              <a:t>Each row shows its calculated cost.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6: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76878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Add changes the list in memory.</a:t>
            </a:r>
          </a:p>
          <a:p xmlns:a="http://schemas.openxmlformats.org/drawingml/2006/main">
            <a:pPr lvl="0">
              <a:buNone/>
            </a:pPr>
            <a:r>
              <a:t>This module refreshes ItemsSource by hand.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7: Add and refresh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15939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new row appears once.</a:t>
            </a:r>
          </a:p>
          <a:p xmlns:a="http://schemas.openxmlformats.org/drawingml/2006/main">
            <a:pPr lvl="0">
              <a:buNone/>
            </a:pPr>
            <a:r>
              <a:t>Its total matches the editor result.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7: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CF309-CF25-4F44-914D-5582B034E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a26fe4d454192"/>
          <a:stretch xmlns:a="http://schemas.openxmlformats.org/drawingml/2006/main"/>
        </p:blipFill>
        <p:spPr>
          <a:xfrm xmlns:a="http://schemas.openxmlformats.org/drawingml/2006/main">
            <a:off x="3418237" y="3190875"/>
            <a:ext cx="535552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870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Pass the selected item to the editor.</a:t>
            </a:r>
          </a:p>
          <a:p xmlns:a="http://schemas.openxmlformats.org/drawingml/2006/main">
            <a:pPr lvl="0">
              <a:buNone/>
            </a:pPr>
            <a:r>
              <a:t>Replace the original only after Submit.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8: Edit an existing row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0870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starts with the row values.</a:t>
            </a:r>
          </a:p>
          <a:p xmlns:a="http://schemas.openxmlformats.org/drawingml/2006/main">
            <a:pPr lvl="0">
              <a:buNone/>
            </a:pPr>
            <a:r>
              <a:t>Submit changes the existing row.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8: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1FA0-E125-4EC2-89A7-1DCD6BF90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c26ab7f344fa"/>
          <a:stretch xmlns:a="http://schemas.openxmlformats.org/drawingml/2006/main"/>
        </p:blipFill>
        <p:spPr>
          <a:xfrm xmlns:a="http://schemas.openxmlformats.org/drawingml/2006/main">
            <a:off x="3418237" y="3190875"/>
            <a:ext cx="535552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549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Ask before you remove a row.</a:t>
            </a:r>
          </a:p>
          <a:p xmlns:a="http://schemas.openxmlformats.org/drawingml/2006/main">
            <a:pPr lvl="0">
              <a:buNone/>
            </a:pPr>
            <a:r>
              <a:t>No keeps the list as it is.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9: Confirm deletion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18858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Yes removes the selected row.</a:t>
            </a:r>
          </a:p>
          <a:p xmlns:a="http://schemas.openxmlformats.org/drawingml/2006/main">
            <a:pPr lvl="0">
              <a:buNone/>
            </a:pPr>
            <a:r>
              <a:t>No keeps the selected row.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9: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4A2A2-DC40-438D-82B9-9FD9E73EE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8aa2057c1488a"/>
          <a:stretch xmlns:a="http://schemas.openxmlformats.org/drawingml/2006/main"/>
        </p:blipFill>
        <p:spPr>
          <a:xfrm xmlns:a="http://schemas.openxmlformats.org/drawingml/2006/main">
            <a:off x="3418237" y="3190875"/>
            <a:ext cx="535552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779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Home, BOM, and Help are top-level pages.</a:t>
            </a:r>
          </a:p>
          <a:p xmlns:a="http://schemas.openxmlformats.org/drawingml/2006/main">
            <a:pPr lvl="0">
              <a:buNone/>
            </a:pPr>
            <a:r>
              <a:t>The editor is a temporary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11: Shell destinations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24304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Shell menu opens each page.</a:t>
            </a:r>
          </a:p>
          <a:p xmlns:a="http://schemas.openxmlformats.org/drawingml/2006/main">
            <a:pPr lvl="0">
              <a:buNone/>
            </a:pPr>
            <a:r>
              <a:t>Back returns from the editor.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11: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0C466-773C-414A-B1D5-5936FC83C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8aef86a4d44bf"/>
          <a:stretch xmlns:a="http://schemas.openxmlformats.org/drawingml/2006/main"/>
        </p:blipFill>
        <p:spPr>
          <a:xfrm xmlns:a="http://schemas.openxmlformats.org/drawingml/2006/main">
            <a:off x="3418237" y="3190875"/>
            <a:ext cx="535552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0291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 can explain what an ItemsSource contains.</a:t>
            </a:r>
          </a:p>
          <a:p xmlns:a="http://schemas.openxmlformats.org/drawingml/2006/main">
            <a:pPr lvl="0">
              <a:buNone/>
            </a:pPr>
            <a:r>
              <a:t>I can trace Add, Edit, and Delete for one row.</a:t>
            </a:r>
          </a:p>
          <a:p xmlns:a="http://schemas.openxmlformats.org/drawingml/2006/main">
            <a:pPr lvl="0">
              <a:buNone/>
            </a:pPr>
            <a:r>
              <a:t>I can distinguish a page destination from the editor route.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can now explain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410560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F3EF742-A661-455F-A6FD-01ECF646B2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CollectionView data</a:t>
            </a:r>
          </a:p>
          <a:p xmlns:a="http://schemas.openxmlformats.org/drawingml/2006/main">
            <a:pPr lvl="0">
              <a:buNone/>
            </a:pPr>
            <a:r>
              <a:t>Search Microsoft Learn for this topic.</a:t>
            </a:r>
          </a:p>
          <a:p xmlns:a="http://schemas.openxmlformats.org/drawingml/2006/main">
            <a:pPr lvl="0">
              <a:buNone/>
            </a:pPr>
            <a:r>
              <a:t>Try one example in a small test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Read more in MAUI documentation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9407516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2026-10-15T21:18:49.8060000Z</dcterms:created>
  <dcterms:modified xsi:type="dcterms:W3CDTF">2026-10-15T21:18:49.8060000Z</dcterms:modified>
</coreProperties>
</file>