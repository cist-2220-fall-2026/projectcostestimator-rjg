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75ecf3f5de4f75" /><Relationship Type="http://schemas.openxmlformats.org/officeDocument/2006/relationships/extended-properties" Target="/docProps/app.xml" Id="R351996d0be9b4d1f" /><Relationship Type="http://schemas.openxmlformats.org/officeDocument/2006/relationships/officeDocument" Target="/ppt/presentation.xml" Id="R4f4c5cf372a743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cb9e363a074038"/>
  </p:sldMasterIdLst>
  <p:notesMasterIdLst>
    <p:notesMasterId xmlns:r="http://schemas.openxmlformats.org/officeDocument/2006/relationships" r:id="Rbea71bab0338407a"/>
  </p:notesMasterIdLst>
  <p:sldIdLst>
    <p:sldId xmlns:r="http://schemas.openxmlformats.org/officeDocument/2006/relationships" id="256" r:id="R60a4b7a761e74b7a"/>
    <p:sldId xmlns:r="http://schemas.openxmlformats.org/officeDocument/2006/relationships" id="257" r:id="Ra8b69bc0b61848c6"/>
    <p:sldId xmlns:r="http://schemas.openxmlformats.org/officeDocument/2006/relationships" id="258" r:id="R2826c0c90ec14236"/>
    <p:sldId xmlns:r="http://schemas.openxmlformats.org/officeDocument/2006/relationships" id="259" r:id="R6fea7f203aa34ede"/>
    <p:sldId xmlns:r="http://schemas.openxmlformats.org/officeDocument/2006/relationships" id="260" r:id="Rf1a28765b1f04955"/>
    <p:sldId xmlns:r="http://schemas.openxmlformats.org/officeDocument/2006/relationships" id="261" r:id="Rae504c7713404a7d"/>
    <p:sldId xmlns:r="http://schemas.openxmlformats.org/officeDocument/2006/relationships" id="262" r:id="Re89571055fc4433b"/>
    <p:sldId xmlns:r="http://schemas.openxmlformats.org/officeDocument/2006/relationships" id="263" r:id="R965f1931b0df448f"/>
    <p:sldId xmlns:r="http://schemas.openxmlformats.org/officeDocument/2006/relationships" id="264" r:id="R99daededbfe94bcb"/>
    <p:sldId xmlns:r="http://schemas.openxmlformats.org/officeDocument/2006/relationships" id="265" r:id="Rbf213ac384754a81"/>
    <p:sldId xmlns:r="http://schemas.openxmlformats.org/officeDocument/2006/relationships" id="266" r:id="R01bfd074fceb40b1"/>
    <p:sldId xmlns:r="http://schemas.openxmlformats.org/officeDocument/2006/relationships" id="267" r:id="R9472721e73024463"/>
    <p:sldId xmlns:r="http://schemas.openxmlformats.org/officeDocument/2006/relationships" id="268" r:id="R1a97838179dd472a"/>
    <p:sldId xmlns:r="http://schemas.openxmlformats.org/officeDocument/2006/relationships" id="269" r:id="Ref6a70b5a42947f5"/>
    <p:sldId xmlns:r="http://schemas.openxmlformats.org/officeDocument/2006/relationships" id="270" r:id="R60ef3617c43a470a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3f7ba81dccb48f5" /><Relationship Type="http://schemas.openxmlformats.org/officeDocument/2006/relationships/slideMaster" Target="/ppt/slideMasters/slideMaster1.xml" Id="R4fcb9e363a074038" /><Relationship Type="http://schemas.openxmlformats.org/officeDocument/2006/relationships/notesMaster" Target="/ppt/notesMasters/notesMaster1.xml" Id="Rbea71bab0338407a" /><Relationship Type="http://schemas.openxmlformats.org/officeDocument/2006/relationships/presProps" Target="/ppt/presProps.xml" Id="R542b253194634009" /><Relationship Type="http://schemas.openxmlformats.org/officeDocument/2006/relationships/viewProps" Target="/ppt/viewProps.xml" Id="Re6ffad3fd4f246b1" /><Relationship Type="http://schemas.openxmlformats.org/officeDocument/2006/relationships/tableStyles" Target="/ppt/tableStyles.xml" Id="R92823527fad34de9" /><Relationship Type="http://schemas.openxmlformats.org/officeDocument/2006/relationships/slide" Target="/ppt/slides/slide1.xml" Id="R60a4b7a761e74b7a" /><Relationship Type="http://schemas.openxmlformats.org/officeDocument/2006/relationships/slide" Target="/ppt/slides/slide2.xml" Id="Ra8b69bc0b61848c6" /><Relationship Type="http://schemas.openxmlformats.org/officeDocument/2006/relationships/slide" Target="/ppt/slides/slide3.xml" Id="R2826c0c90ec14236" /><Relationship Type="http://schemas.openxmlformats.org/officeDocument/2006/relationships/slide" Target="/ppt/slides/slide4.xml" Id="R6fea7f203aa34ede" /><Relationship Type="http://schemas.openxmlformats.org/officeDocument/2006/relationships/slide" Target="/ppt/slides/slide5.xml" Id="Rf1a28765b1f04955" /><Relationship Type="http://schemas.openxmlformats.org/officeDocument/2006/relationships/slide" Target="/ppt/slides/slide6.xml" Id="Rae504c7713404a7d" /><Relationship Type="http://schemas.openxmlformats.org/officeDocument/2006/relationships/slide" Target="/ppt/slides/slide7.xml" Id="Re89571055fc4433b" /><Relationship Type="http://schemas.openxmlformats.org/officeDocument/2006/relationships/slide" Target="/ppt/slides/slide8.xml" Id="R965f1931b0df448f" /><Relationship Type="http://schemas.openxmlformats.org/officeDocument/2006/relationships/slide" Target="/ppt/slides/slide9.xml" Id="R99daededbfe94bcb" /><Relationship Type="http://schemas.openxmlformats.org/officeDocument/2006/relationships/slide" Target="/ppt/slides/slide10.xml" Id="Rbf213ac384754a81" /><Relationship Type="http://schemas.openxmlformats.org/officeDocument/2006/relationships/slide" Target="/ppt/slides/slide11.xml" Id="R01bfd074fceb40b1" /><Relationship Type="http://schemas.openxmlformats.org/officeDocument/2006/relationships/slide" Target="/ppt/slides/slide12.xml" Id="R9472721e73024463" /><Relationship Type="http://schemas.openxmlformats.org/officeDocument/2006/relationships/slide" Target="/ppt/slides/slide13.xml" Id="R1a97838179dd472a" /><Relationship Type="http://schemas.openxmlformats.org/officeDocument/2006/relationships/slide" Target="/ppt/slides/slide14.xml" Id="Ref6a70b5a42947f5" /><Relationship Type="http://schemas.openxmlformats.org/officeDocument/2006/relationships/slide" Target="/ppt/slides/slide15.xml" Id="R60ef3617c43a47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4796e554fa4f2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d083c6429784a25" /><Relationship Type="http://schemas.openxmlformats.org/officeDocument/2006/relationships/notesMaster" Target="/ppt/notesMasters/notesMaster1.xml" Id="Rb4dd02a94bf44a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0cbc1f7ce348df" /><Relationship Type="http://schemas.openxmlformats.org/officeDocument/2006/relationships/notesMaster" Target="/ppt/notesMasters/notesMaster1.xml" Id="Rd344370752974e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04e21b8b7994a9c" /><Relationship Type="http://schemas.openxmlformats.org/officeDocument/2006/relationships/notesMaster" Target="/ppt/notesMasters/notesMaster1.xml" Id="R68968c8702e54ba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1d98382e5c4390" /><Relationship Type="http://schemas.openxmlformats.org/officeDocument/2006/relationships/notesMaster" Target="/ppt/notesMasters/notesMaster1.xml" Id="R988ed36b22e04d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312fa7e43c14792" /><Relationship Type="http://schemas.openxmlformats.org/officeDocument/2006/relationships/notesMaster" Target="/ppt/notesMasters/notesMaster1.xml" Id="R33e03dd905a7452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2eb1db1d1554d1e" /><Relationship Type="http://schemas.openxmlformats.org/officeDocument/2006/relationships/notesMaster" Target="/ppt/notesMasters/notesMaster1.xml" Id="R616b9dbdc7a440e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aaa5aa357e48e5" /><Relationship Type="http://schemas.openxmlformats.org/officeDocument/2006/relationships/notesMaster" Target="/ppt/notesMasters/notesMaster1.xml" Id="R62142d43f57e4de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82d6c86c38c4933" /><Relationship Type="http://schemas.openxmlformats.org/officeDocument/2006/relationships/notesMaster" Target="/ppt/notesMasters/notesMaster1.xml" Id="R0f25a8fe7a3b42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1e0a4ad81084b9a" /><Relationship Type="http://schemas.openxmlformats.org/officeDocument/2006/relationships/notesMaster" Target="/ppt/notesMasters/notesMaster1.xml" Id="R145f80386ce545a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441e12f455f4d61" /><Relationship Type="http://schemas.openxmlformats.org/officeDocument/2006/relationships/notesMaster" Target="/ppt/notesMasters/notesMaster1.xml" Id="Rbb67e50c54064b7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c11e9047de5448f" /><Relationship Type="http://schemas.openxmlformats.org/officeDocument/2006/relationships/notesMaster" Target="/ppt/notesMasters/notesMaster1.xml" Id="R97c778b768e9421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c411b03fa624d83" /><Relationship Type="http://schemas.openxmlformats.org/officeDocument/2006/relationships/notesMaster" Target="/ppt/notesMasters/notesMaster1.xml" Id="R52b25ec4aa944d7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7f823aa9f854c61" /><Relationship Type="http://schemas.openxmlformats.org/officeDocument/2006/relationships/notesMaster" Target="/ppt/notesMasters/notesMaster1.xml" Id="Rbad6bc1f822241e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45daa4febdc4f53" /><Relationship Type="http://schemas.openxmlformats.org/officeDocument/2006/relationships/notesMaster" Target="/ppt/notesMasters/notesMaster1.xml" Id="R594934408231475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03ce768731d478e" /><Relationship Type="http://schemas.openxmlformats.org/officeDocument/2006/relationships/notesMaster" Target="/ppt/notesMasters/notesMaster1.xml" Id="R9c646d1c7c8e4b5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Module 2. Open the matching Word tutorial after the exercise overview.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work for Module 2. Show the expected app result before students start. Source: Module 2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2: explain these concepts. Ask students to predict what the change will do. Then open Step 2 in the Word tutorial. Source: Module 2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2: run the app or inspect the code. Ask students to explain the observed result. Source: Module 2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6: explain these concepts. Ask students to predict what the change will do. Then open Step 6 in the Word tutorial. Source: Module 2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6: run the app or inspect the code. Ask students to explain the observed result. Source: Module 2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7: explain these concepts. Ask students to predict what the change will do. Then open Step 7 in the Word tutorial. Source: Module 2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7: run the app or inspect the code. Ask students to explain the observed result. Source: Module 2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8: explain these concepts. Ask students to predict what the change will do. Then open Step 8 in the Word tutorial. Source: Module 2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8: run the app or inspect the code. Ask students to explain the observed result. Source: Module 2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9: explain these concepts. Ask students to predict what the change will do. Then open Step 9 in the Word tutorial. Source: Module 2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9: run the app or inspect the code. Ask students to explain the observed result. Source: Module 2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11: explain these concepts. Ask students to predict what the change will do. Then open Step 11 in the Word tutorial. Source: Module 2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11: run the app or inspect the code. Ask students to explain the observed result. Source: Module 2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final tutorial checklist. Ask students to explain the module concept without reading code. Source: Module 2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c64e51e2654d17" /><Relationship Type="http://schemas.openxmlformats.org/officeDocument/2006/relationships/image" Target="/ppt/media/image.png" Id="R13b0d6a57a6a49f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9f8e819016429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f18f71457747b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84ee364119416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30aa60eba64a6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1cd24f0283408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389cdb40eb466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b29f577698476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b5ceeef085455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73e6e8f8a4414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7da8e608e94c48" /></Relationships>
</file>

<file path=ppt/slideLayouts/slideLayout1.xml><?xml version="1.0" encoding="utf-8"?>
<p:sldLayout xmlns:p="http://schemas.openxmlformats.org/presentationml/2006/main" type="title" preserve="1">
  <p:cSld name="Title Slide">
    <p:bg>
      <p:bgPr>
        <a:solidFill xmlns:a="http://schemas.openxmlformats.org/drawingml/2006/main">
          <a:schemeClr val="tx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!!Rectangle">
            <a:extLst xmlns:a="http://schemas.openxmlformats.org/drawingml/2006/main">
              <a:ext uri="{FF2B5EF4-FFF2-40B4-BE49-F238E27FC236}">
                <a16:creationId xmlns:a16="http://schemas.microsoft.com/office/drawing/2014/main" id="{A8337851-1C2F-255A-B02C-62D7A1CC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ABB65F2C-887D-4FDB-B994-11981E8057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b0d6a57a6a49f2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493" y="280600"/>
            <a:ext cx="7249014" cy="7178499"/>
          </a:xfrm>
          <a:prstGeom xmlns:a="http://schemas.openxmlformats.org/drawingml/2006/main" prst="rect">
            <a:avLst/>
          </a:prstGeom>
        </p:spPr>
      </p:pic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B19A28E-E483-5B65-D3DF-993E4D1E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120140" y="346791"/>
            <a:ext cx="146304" cy="7040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35CDC6E-08BA-8B17-B723-AEBCF894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41202"/>
            <a:ext cx="10506456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3175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5143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013" b="0" i="0" u="none" strike="noStrike" kern="1200" cap="none" spc="0" baseline="0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102847-DC40-43F9-8D48-543C51E906C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2876" y="970226"/>
            <a:ext cx="10363200" cy="214947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4000" b="1" kern="1200">
                <a:solidFill>
                  <a:schemeClr val="bg1"/>
                </a:solidFill>
                <a:latin typeface="Orbitron"/>
                <a:ea typeface="Orbitron"/>
                <a:cs typeface="Orbitron"/>
              </a:defRPr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B431877-032C-42D8-8C5C-9E14A2576D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912879" y="3396875"/>
            <a:ext cx="10363199" cy="26151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60735" indent="-160735" algn="l">
              <a:buFont typeface="Arial"/>
              <a:buChar char="•"/>
              <a:defRPr sz="2000" kern="1200">
                <a:solidFill>
                  <a:schemeClr val="bg1"/>
                </a:solidFill>
                <a:latin typeface="Montserrat"/>
                <a:ea typeface="Montserrat"/>
                <a:cs typeface="Montserrat"/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DC8E09B-4FCB-4096-8446-61BE99B35C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3935CE-53F8-4D9A-9ECC-61A85C5C6D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79720C5-F712-4F7E-84AF-1F321ADAB86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1042D97-83DB-BE5F-E8CD-8D278F42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271" y="546847"/>
            <a:ext cx="1016000" cy="25846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50F9D49-FF46-4370-8009-A0C19AC18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F72B857-BE00-4C47-8B02-F86DFB17A50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ED4F897-6F62-44CB-9377-7A94A49A10C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5495788-BF4F-4420-B388-8FCACE5DF5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30024" y="6356355"/>
            <a:ext cx="2211293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7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51BD9C0-8126-4D01-8A6B-E42063DD06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63084" y="4406905"/>
            <a:ext cx="103632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225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EBC13FF-30A6-4BE0-B329-F3691BFE11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63084" y="2906713"/>
            <a:ext cx="103632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05C832-9EEA-40DC-BF37-14C57AFE5D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3A69E5D-68ED-4071-B2A0-8A9A93FBD5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CBA6-DE38-438E-BD85-1BEA8C3D83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DE91EAC-D927-430E-9003-0BA369ECAD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C159258-9BF8-4F67-AC8D-295F4FEE8D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9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C179529-D3E0-4F35-B9EE-EBFC8C14262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97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10B27F0-FEDA-4FDC-AFC9-FE5899397F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4BC8B4D-48A2-449D-901F-853E49D8C5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29E83B9-D7F6-4945-8C41-39A6AD5DF4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47E18D8-C117-400E-A8CB-2C0AD0303A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6D0B2CA-B0C7-4DB8-A834-D2D79B4B76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535113"/>
            <a:ext cx="5386917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2F3C7EE-9364-4454-8307-018CFA194F8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9600" y="2174875"/>
            <a:ext cx="5386917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85CA799-5E3E-4A6B-9E5A-E4A69683F81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93370" y="1535113"/>
            <a:ext cx="5389033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C633A81-D44D-4B7C-9C0C-67F7811722B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93370" y="2174875"/>
            <a:ext cx="5389033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12EECE7-6A12-4D47-9CFB-061F598A2C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6FA907B-9FB1-47DD-B845-045E2753D0B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F30463F-87AC-4F1F-978D-9A726A9B62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A3F344-9882-4F28-84AF-207B4F5B40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AFC79A2-EBDC-4624-9A31-0D491DBC077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768A900-EC80-4D54-9323-B8BFB5FD47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9E66815-8D0D-41A5-8B54-7A67C487FD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B46555D5-7174-405C-80BF-8C6611C2B8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80573B4-6EB7-4A4E-BB0B-A4D2D8F719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DD45E18-6CA0-4D84-A38D-6405D9767E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DBF477-85EB-489B-B011-BD04AD7E8A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3" y="273050"/>
            <a:ext cx="4011084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EC81EA5-6177-41CB-9395-7D29036FABD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6733" y="273055"/>
            <a:ext cx="6815667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575"/>
            </a:lvl2pPr>
            <a:lvl3pPr>
              <a:buNone/>
              <a:defRPr sz="1350"/>
            </a:lvl3pPr>
            <a:lvl4pPr>
              <a:buNone/>
              <a:defRPr sz="1125"/>
            </a:lvl4pPr>
            <a:lvl5pPr>
              <a:buNone/>
              <a:defRPr sz="1125"/>
            </a:lvl5pPr>
            <a:lvl6pPr>
              <a:buNone/>
              <a:defRPr sz="1125"/>
            </a:lvl6pPr>
            <a:lvl7pPr>
              <a:buNone/>
              <a:defRPr sz="1125"/>
            </a:lvl7pPr>
            <a:lvl8pPr>
              <a:buNone/>
              <a:defRPr sz="1125"/>
            </a:lvl8pPr>
            <a:lvl9pPr>
              <a:buNone/>
              <a:defRPr sz="1125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4B31762-B764-4887-A248-8EF906A5E50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3" y="1435103"/>
            <a:ext cx="4011084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5C9D638-B432-4C2F-B084-901B4121BF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93E2A36-681F-47D6-B4B5-7812C1A2FC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124C9B4-CE5E-4338-8423-A0D8E03F0A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A6E925B-1DAD-44E5-AB33-2DF7C1AA5A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89717" y="4800600"/>
            <a:ext cx="73152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B683A0-111F-4C8A-A0E6-E554360B03D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2389717" y="612775"/>
            <a:ext cx="73152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 xmlns:a="http://schemas.openxmlformats.org/drawingml/2006/main">
            <a:r>
              <a:t>Click icon to add picture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B76C1F6-0D68-441B-8BAA-7BA75DE9A30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9717" y="5367338"/>
            <a:ext cx="73152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E0C6F15-688A-4888-92B6-3FE33D3C935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4EC535C-D53C-4185-BBAB-46F3D43C2F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641DB67-13C7-45ED-BFAB-763FC62072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176113-0076-42BC-A9F8-DAEE9902C2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DC0965-E05D-4F49-97D8-121D4009D12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6758775-3B2B-4EBB-B8AF-6A1378A85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F89D42-215B-4630-A8A5-8E238038CE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C955085-71C1-4CFA-A73B-28A622B9B7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67777CC-5781-405B-A9A3-B3D0F9626E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839200" y="274643"/>
            <a:ext cx="27432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0BF8500-D28E-4C89-BDAD-6AC5846345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274643"/>
            <a:ext cx="8026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263F9FB-8970-4E40-AD6E-88A63C0F14F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7B1F10A-2711-418B-BE59-39BDE8E514C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95943D-9D47-4F9C-B67A-0FCC608D0AC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bd76db2a93264a89" /><Relationship Type="http://schemas.openxmlformats.org/officeDocument/2006/relationships/theme" Target="/ppt/slideMasters/theme/theme2.xml" Id="R414ae2fc8851480f" /><Relationship Type="http://schemas.openxmlformats.org/officeDocument/2006/relationships/slideLayout" Target="/ppt/slideLayouts/slideLayout1.xml" Id="Rb0dffe1ca42543d8" /><Relationship Type="http://schemas.openxmlformats.org/officeDocument/2006/relationships/slideLayout" Target="/ppt/slideLayouts/slideLayout2.xml" Id="R6f2e01510e064f08" /><Relationship Type="http://schemas.openxmlformats.org/officeDocument/2006/relationships/slideLayout" Target="/ppt/slideLayouts/slideLayout3.xml" Id="Rc9152e9f1ebd4cd3" /><Relationship Type="http://schemas.openxmlformats.org/officeDocument/2006/relationships/slideLayout" Target="/ppt/slideLayouts/slideLayout4.xml" Id="R11dbf230e0a84426" /><Relationship Type="http://schemas.openxmlformats.org/officeDocument/2006/relationships/slideLayout" Target="/ppt/slideLayouts/slideLayout5.xml" Id="R9e76339619eb413d" /><Relationship Type="http://schemas.openxmlformats.org/officeDocument/2006/relationships/slideLayout" Target="/ppt/slideLayouts/slideLayout6.xml" Id="R87079784ede34c44" /><Relationship Type="http://schemas.openxmlformats.org/officeDocument/2006/relationships/slideLayout" Target="/ppt/slideLayouts/slideLayout7.xml" Id="R1fa5690df0494071" /><Relationship Type="http://schemas.openxmlformats.org/officeDocument/2006/relationships/slideLayout" Target="/ppt/slideLayouts/slideLayout8.xml" Id="R65eabe7670bf4d42" /><Relationship Type="http://schemas.openxmlformats.org/officeDocument/2006/relationships/slideLayout" Target="/ppt/slideLayouts/slideLayout9.xml" Id="R60bfaeb51c734396" /><Relationship Type="http://schemas.openxmlformats.org/officeDocument/2006/relationships/slideLayout" Target="/ppt/slideLayouts/slideLayout10.xml" Id="Rf63f8aa6d61a465a" /><Relationship Type="http://schemas.openxmlformats.org/officeDocument/2006/relationships/slideLayout" Target="/ppt/slideLayouts/slideLayout11.xml" Id="R4ae8351fe485454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9B88CEF-609A-448C-894B-7F1EB289DA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F34D13E-0AEF-421C-8855-8080CC3F4E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600205"/>
            <a:ext cx="109728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6D7311A-376B-4C8F-9F20-1E91446B987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E3FE2C8-98CB-4E30-95AA-00321D190F3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356355"/>
            <a:ext cx="3860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EE928C7-7047-4180-9329-00EDC0B311D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DD6A19D2-75BB-4AC6-AF71-37C0D83DD0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76db2a93264a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12386" y="5899161"/>
            <a:ext cx="1590269" cy="1574800"/>
          </a:xfrm>
          <a:prstGeom xmlns:a="http://schemas.openxmlformats.org/drawingml/2006/main"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dffe1ca42543d8"/>
    <p:sldLayoutId xmlns:r="http://schemas.openxmlformats.org/officeDocument/2006/relationships" id="2147483650" r:id="R6f2e01510e064f08"/>
    <p:sldLayoutId xmlns:r="http://schemas.openxmlformats.org/officeDocument/2006/relationships" id="2147483651" r:id="Rc9152e9f1ebd4cd3"/>
    <p:sldLayoutId xmlns:r="http://schemas.openxmlformats.org/officeDocument/2006/relationships" id="2147483652" r:id="R11dbf230e0a84426"/>
    <p:sldLayoutId xmlns:r="http://schemas.openxmlformats.org/officeDocument/2006/relationships" id="2147483653" r:id="R9e76339619eb413d"/>
    <p:sldLayoutId xmlns:r="http://schemas.openxmlformats.org/officeDocument/2006/relationships" id="2147483654" r:id="R87079784ede34c44"/>
    <p:sldLayoutId xmlns:r="http://schemas.openxmlformats.org/officeDocument/2006/relationships" id="2147483655" r:id="R1fa5690df0494071"/>
    <p:sldLayoutId xmlns:r="http://schemas.openxmlformats.org/officeDocument/2006/relationships" id="2147483656" r:id="R65eabe7670bf4d42"/>
    <p:sldLayoutId xmlns:r="http://schemas.openxmlformats.org/officeDocument/2006/relationships" id="2147483657" r:id="R60bfaeb51c734396"/>
    <p:sldLayoutId xmlns:r="http://schemas.openxmlformats.org/officeDocument/2006/relationships" id="2147483658" r:id="Rf63f8aa6d61a465a"/>
    <p:sldLayoutId xmlns:r="http://schemas.openxmlformats.org/officeDocument/2006/relationships" id="2147483659" r:id="R4ae8351fe4854545"/>
  </p:sldLayoutIdLst>
  <p:txStyles>
    <p:titleStyle>
      <a:lvl1pPr xmlns:a="http://schemas.openxmlformats.org/drawingml/2006/main" algn="ctr" defTabSz="257175">
        <a:spcBef>
          <a:spcPct val="0"/>
        </a:spcBef>
        <a:buNone/>
        <a:defRPr sz="4000" kern="1200">
          <a:solidFill>
            <a:srgbClr val="C19B57"/>
          </a:solidFill>
          <a:latin typeface="Orbitron"/>
          <a:ea typeface="Orbitron"/>
          <a:cs typeface="Orbitron"/>
        </a:defRPr>
      </a:lvl1pPr>
    </p:titleStyle>
    <p:bodyStyle>
      <a:lvl1pPr xmlns:a="http://schemas.openxmlformats.org/drawingml/2006/main" marL="192881" indent="-192881" algn="l" defTabSz="257175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Source Sans 3"/>
          <a:ea typeface="Source Sans 3"/>
          <a:cs typeface="Source Sans 3"/>
        </a:defRPr>
      </a:lvl1pPr>
      <a:lvl2pPr xmlns:a="http://schemas.openxmlformats.org/drawingml/2006/main" marL="417910" indent="-160735" algn="l" defTabSz="257175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Source Sans 3"/>
          <a:ea typeface="Source Sans 3"/>
          <a:cs typeface="Source Sans 3"/>
        </a:defRPr>
      </a:lvl2pPr>
      <a:lvl3pPr xmlns:a="http://schemas.openxmlformats.org/drawingml/2006/main" marL="642938" indent="-128588" algn="l" defTabSz="257175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Source Sans 3"/>
          <a:ea typeface="Source Sans 3"/>
          <a:cs typeface="Source Sans 3"/>
        </a:defRPr>
      </a:lvl3pPr>
      <a:lvl4pPr xmlns:a="http://schemas.openxmlformats.org/drawingml/2006/main" marL="900113" indent="-128588" algn="l" defTabSz="257175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4pPr>
      <a:lvl5pPr xmlns:a="http://schemas.openxmlformats.org/drawingml/2006/main" marL="1157288" indent="-128588" algn="l" defTabSz="257175">
        <a:spcBef>
          <a:spcPct val="20000"/>
        </a:spcBef>
        <a:buFont typeface="Arial"/>
        <a:buChar char="»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5pPr>
      <a:lvl6pPr xmlns:a="http://schemas.openxmlformats.org/drawingml/2006/main" marL="141446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67163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92881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18598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571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143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7715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0287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2858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5430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8002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0574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743f29f5af4445" /><Relationship Type="http://schemas.openxmlformats.org/officeDocument/2006/relationships/notesSlide" Target="/ppt/notesSlides/notesSlide1.xml" Id="R6becc9ca89a5475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4f9c9a5e014d25" /><Relationship Type="http://schemas.openxmlformats.org/officeDocument/2006/relationships/notesSlide" Target="/ppt/notesSlides/notesSlide2.xml" Id="R180dc41829134d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e74b316e684c4d" /><Relationship Type="http://schemas.openxmlformats.org/officeDocument/2006/relationships/notesSlide" Target="/ppt/notesSlides/notesSlide3.xml" Id="R3003d70d5a7d49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b21e199d4a49dd" /><Relationship Type="http://schemas.openxmlformats.org/officeDocument/2006/relationships/image" Target="/ppt/media/image2.png" Id="R5c1d6024ebce4df1" /><Relationship Type="http://schemas.openxmlformats.org/officeDocument/2006/relationships/notesSlide" Target="/ppt/notesSlides/notesSlide4.xml" Id="Raa4e830080b646d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fec25b26bd483d" /><Relationship Type="http://schemas.openxmlformats.org/officeDocument/2006/relationships/notesSlide" Target="/ppt/notesSlides/notesSlide5.xml" Id="Rd9a436904c6446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cad5b11d7c4699" /><Relationship Type="http://schemas.openxmlformats.org/officeDocument/2006/relationships/image" Target="/ppt/media/image3.png" Id="R7de515506b3f442b" /><Relationship Type="http://schemas.openxmlformats.org/officeDocument/2006/relationships/notesSlide" Target="/ppt/notesSlides/notesSlide6.xml" Id="Rcdb0e9f4d36445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dd6d84ac0f40cd" /><Relationship Type="http://schemas.openxmlformats.org/officeDocument/2006/relationships/notesSlide" Target="/ppt/notesSlides/notesSlide7.xml" Id="Rb5dbf359f5af440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a854d3bfd14212" /><Relationship Type="http://schemas.openxmlformats.org/officeDocument/2006/relationships/image" Target="/ppt/media/image4.png" Id="Radd998328bef4911" /><Relationship Type="http://schemas.openxmlformats.org/officeDocument/2006/relationships/notesSlide" Target="/ppt/notesSlides/notesSlide8.xml" Id="R744f6d179a5142c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bc5aefb0794243" /><Relationship Type="http://schemas.openxmlformats.org/officeDocument/2006/relationships/notesSlide" Target="/ppt/notesSlides/notesSlide9.xml" Id="Ra734e73eabb5475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db814073304e6d" /><Relationship Type="http://schemas.openxmlformats.org/officeDocument/2006/relationships/image" Target="/ppt/media/image5.png" Id="R70bf8fa865fb46e3" /><Relationship Type="http://schemas.openxmlformats.org/officeDocument/2006/relationships/notesSlide" Target="/ppt/notesSlides/notesSlide10.xml" Id="R445134bd6005447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91d03513cf34755" /><Relationship Type="http://schemas.openxmlformats.org/officeDocument/2006/relationships/notesSlide" Target="/ppt/notesSlides/notesSlide11.xml" Id="R32dc8c93078d477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793bbd39034520" /><Relationship Type="http://schemas.openxmlformats.org/officeDocument/2006/relationships/image" Target="/ppt/media/image6.png" Id="Ra26ad4fefc704f32" /><Relationship Type="http://schemas.openxmlformats.org/officeDocument/2006/relationships/notesSlide" Target="/ppt/notesSlides/notesSlide12.xml" Id="R9764506c3939416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020d5ba9b74f68" /><Relationship Type="http://schemas.openxmlformats.org/officeDocument/2006/relationships/notesSlide" Target="/ppt/notesSlides/notesSlide13.xml" Id="R6528a163211941d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2173ac03a74c07" /><Relationship Type="http://schemas.openxmlformats.org/officeDocument/2006/relationships/image" Target="/ppt/media/image7.png" Id="R2b271ccec844458d" /><Relationship Type="http://schemas.openxmlformats.org/officeDocument/2006/relationships/notesSlide" Target="/ppt/notesSlides/notesSlide14.xml" Id="Re13a24cbe0cd4bf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b5d22ca0ae4522" /><Relationship Type="http://schemas.openxmlformats.org/officeDocument/2006/relationships/notesSlide" Target="/ppt/notesSlides/notesSlide15.xml" Id="Rc4aa8b970c9f4d5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545A441A-7637-3DF3-0B4A-831210D6348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Module 2 Bill of Materials</a:t>
            </a:r>
            <a:endParaRPr/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4ACC02DA-BF9B-57F9-BEC0-E5AE4CC39ED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IoT Project Cost Estimator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075400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50F9D49-FF46-4370-8009-A0C19AC18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Return items from the editor.</a:t>
            </a:r>
          </a:p>
          <a:p xmlns:a="http://schemas.openxmlformats.org/drawingml/2006/main">
            <a:pPr lvl="0">
              <a:buNone/>
            </a:pPr>
            <a:r>
              <a:t>Add, edit, and delete BOM rows.</a:t>
            </a:r>
          </a:p>
          <a:p xmlns:a="http://schemas.openxmlformats.org/drawingml/2006/main">
            <a:pPr lvl="0">
              <a:buNone/>
            </a:pPr>
            <a:r>
              <a:t>Add Help and Shell destinations.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Exercise overview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3848954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50F9D49-FF46-4370-8009-A0C19AC18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editor returns a MaterialItem.</a:t>
            </a:r>
          </a:p>
          <a:p xmlns:a="http://schemas.openxmlformats.org/drawingml/2006/main">
            <a:pPr lvl="0">
              <a:buNone/>
            </a:pPr>
            <a:r>
              <a:t>Cancel returns without a new item.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 Return an item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3782480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50F9D49-FF46-4370-8009-A0C19AC18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page can hold a submitted item.</a:t>
            </a:r>
          </a:p>
          <a:p xmlns:a="http://schemas.openxmlformats.org/drawingml/2006/main">
            <a:pPr lvl="0">
              <a:buNone/>
            </a:pPr>
            <a:r>
              <a:t>A new editor starts with empty fields.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0AAFA7-18D4-4830-978E-144848FABE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1d6024ebce4df1"/>
          <a:stretch xmlns:a="http://schemas.openxmlformats.org/drawingml/2006/main"/>
        </p:blipFill>
        <p:spPr>
          <a:xfrm xmlns:a="http://schemas.openxmlformats.org/drawingml/2006/main">
            <a:off x="3418237" y="3190875"/>
            <a:ext cx="535552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3090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50F9D49-FF46-4370-8009-A0C19AC18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CollectionView repeats a row template.</a:t>
            </a:r>
          </a:p>
          <a:p xmlns:a="http://schemas.openxmlformats.org/drawingml/2006/main">
            <a:pPr lvl="0">
              <a:buNone/>
            </a:pPr>
            <a:r>
              <a:t>BindingContext supplies each row item.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6 CollectionView rows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1690740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50F9D49-FF46-4370-8009-A0C19AC18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BOM shows each sample item.</a:t>
            </a:r>
          </a:p>
          <a:p xmlns:a="http://schemas.openxmlformats.org/drawingml/2006/main">
            <a:pPr lvl="0">
              <a:buNone/>
            </a:pPr>
            <a:r>
              <a:t>Each row shows its calculated cost.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6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86F201-9FF7-412C-999D-6C2978720C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e515506b3f442b"/>
          <a:stretch xmlns:a="http://schemas.openxmlformats.org/drawingml/2006/main"/>
        </p:blipFill>
        <p:spPr>
          <a:xfrm xmlns:a="http://schemas.openxmlformats.org/drawingml/2006/main">
            <a:off x="3418237" y="3190875"/>
            <a:ext cx="535552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0830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50F9D49-FF46-4370-8009-A0C19AC18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Add changes the list in memory.</a:t>
            </a:r>
          </a:p>
          <a:p xmlns:a="http://schemas.openxmlformats.org/drawingml/2006/main">
            <a:pPr lvl="0">
              <a:buNone/>
            </a:pPr>
            <a:r>
              <a:t>This module refreshes ItemsSource by hand.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7 Add and refresh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9615290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50F9D49-FF46-4370-8009-A0C19AC18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new row appears once.</a:t>
            </a:r>
          </a:p>
          <a:p xmlns:a="http://schemas.openxmlformats.org/drawingml/2006/main">
            <a:pPr lvl="0">
              <a:buNone/>
            </a:pPr>
            <a:r>
              <a:t>Its total matches the editor result.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7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BCA67E-F6A0-4A16-A7FC-C39AF6E344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d998328bef4911"/>
          <a:stretch xmlns:a="http://schemas.openxmlformats.org/drawingml/2006/main"/>
        </p:blipFill>
        <p:spPr>
          <a:xfrm xmlns:a="http://schemas.openxmlformats.org/drawingml/2006/main">
            <a:off x="3418237" y="3190875"/>
            <a:ext cx="535552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36280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50F9D49-FF46-4370-8009-A0C19AC18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Pass the selected item to the editor.</a:t>
            </a:r>
          </a:p>
          <a:p xmlns:a="http://schemas.openxmlformats.org/drawingml/2006/main">
            <a:pPr lvl="0">
              <a:buNone/>
            </a:pPr>
            <a:r>
              <a:t>Replace the original only after Submit.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8 Edit an existing row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8554935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50F9D49-FF46-4370-8009-A0C19AC18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Edit starts with the row values.</a:t>
            </a:r>
          </a:p>
          <a:p xmlns:a="http://schemas.openxmlformats.org/drawingml/2006/main">
            <a:pPr lvl="0">
              <a:buNone/>
            </a:pPr>
            <a:r>
              <a:t>Submit changes the existing row.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8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7FF106-43E3-4415-A07C-139313EACC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bf8fa865fb46e3"/>
          <a:stretch xmlns:a="http://schemas.openxmlformats.org/drawingml/2006/main"/>
        </p:blipFill>
        <p:spPr>
          <a:xfrm xmlns:a="http://schemas.openxmlformats.org/drawingml/2006/main">
            <a:off x="3418237" y="3190875"/>
            <a:ext cx="535552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58547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50F9D49-FF46-4370-8009-A0C19AC18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Ask before you remove a row.</a:t>
            </a:r>
          </a:p>
          <a:p xmlns:a="http://schemas.openxmlformats.org/drawingml/2006/main">
            <a:pPr lvl="0">
              <a:buNone/>
            </a:pPr>
            <a:r>
              <a:t>No keeps the list as it is.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9 Confirm deletion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1822318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50F9D49-FF46-4370-8009-A0C19AC18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Yes removes the selected row.</a:t>
            </a:r>
          </a:p>
          <a:p xmlns:a="http://schemas.openxmlformats.org/drawingml/2006/main">
            <a:pPr lvl="0">
              <a:buNone/>
            </a:pPr>
            <a:r>
              <a:t>No keeps the selected row.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9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92CF59-BF75-43BA-A132-A450CDB89D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6ad4fefc704f32"/>
          <a:stretch xmlns:a="http://schemas.openxmlformats.org/drawingml/2006/main"/>
        </p:blipFill>
        <p:spPr>
          <a:xfrm xmlns:a="http://schemas.openxmlformats.org/drawingml/2006/main">
            <a:off x="3418237" y="3190875"/>
            <a:ext cx="535552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64030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50F9D49-FF46-4370-8009-A0C19AC18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Home, BOM, and Help are top-level pages.</a:t>
            </a:r>
          </a:p>
          <a:p xmlns:a="http://schemas.openxmlformats.org/drawingml/2006/main">
            <a:pPr lvl="0">
              <a:buNone/>
            </a:pPr>
            <a:r>
              <a:t>The editor is a temporary page.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11 Shell destinations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4724071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50F9D49-FF46-4370-8009-A0C19AC18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Shell menu opens each page.</a:t>
            </a:r>
          </a:p>
          <a:p xmlns:a="http://schemas.openxmlformats.org/drawingml/2006/main">
            <a:pPr lvl="0">
              <a:buNone/>
            </a:pPr>
            <a:r>
              <a:t>Back returns from the editor.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11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8795F0-BCD3-4DE6-84CC-50288F60C9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271ccec844458d"/>
          <a:stretch xmlns:a="http://schemas.openxmlformats.org/drawingml/2006/main"/>
        </p:blipFill>
        <p:spPr>
          <a:xfrm xmlns:a="http://schemas.openxmlformats.org/drawingml/2006/main">
            <a:off x="3418237" y="3190875"/>
            <a:ext cx="535552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5031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50F9D49-FF46-4370-8009-A0C19AC18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Show the completed app workflow.</a:t>
            </a:r>
          </a:p>
          <a:p xmlns:a="http://schemas.openxmlformats.org/drawingml/2006/main">
            <a:pPr lvl="0">
              <a:buNone/>
            </a:pPr>
            <a:r>
              <a:t>Explain which responsibility changed.</a:t>
            </a:r>
          </a:p>
          <a:p xmlns:a="http://schemas.openxmlformats.org/drawingml/2006/main">
            <a:pPr lvl="0">
              <a:buNone/>
            </a:pPr>
            <a:r>
              <a:t>Check the result before the next module.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Module review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90970318"/>
      </p:ext>
    </p:extLst>
  </p:cSld>
</p:sld>
</file>

<file path=ppt/theme/theme1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2026-10-15T21:05:09.8110000Z</dcterms:created>
  <dcterms:modified xsi:type="dcterms:W3CDTF">2026-10-15T21:05:09.8110000Z</dcterms:modified>
</coreProperties>
</file>