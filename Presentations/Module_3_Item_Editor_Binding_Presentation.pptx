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b3b019c0df42d8" /><Relationship Type="http://schemas.openxmlformats.org/officeDocument/2006/relationships/extended-properties" Target="/docProps/app.xml" Id="Rd1c98ecd0caa49da" /><Relationship Type="http://schemas.openxmlformats.org/officeDocument/2006/relationships/officeDocument" Target="/ppt/presentation.xml" Id="R6e7db029d65942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6c864a9fe4d0f"/>
  </p:sldMasterIdLst>
  <p:notesMasterIdLst>
    <p:notesMasterId xmlns:r="http://schemas.openxmlformats.org/officeDocument/2006/relationships" r:id="Rfdbd13767f5e4325"/>
  </p:notesMasterIdLst>
  <p:sldIdLst>
    <p:sldId xmlns:r="http://schemas.openxmlformats.org/officeDocument/2006/relationships" id="256" r:id="R1ad7edc1288b4f84"/>
    <p:sldId xmlns:r="http://schemas.openxmlformats.org/officeDocument/2006/relationships" id="257" r:id="Ra003b67c235b4f8c"/>
    <p:sldId xmlns:r="http://schemas.openxmlformats.org/officeDocument/2006/relationships" id="258" r:id="Rb8b229abe8364add"/>
    <p:sldId xmlns:r="http://schemas.openxmlformats.org/officeDocument/2006/relationships" id="259" r:id="R89d16b89e44f44b3"/>
    <p:sldId xmlns:r="http://schemas.openxmlformats.org/officeDocument/2006/relationships" id="260" r:id="R2f97893da57643ad"/>
    <p:sldId xmlns:r="http://schemas.openxmlformats.org/officeDocument/2006/relationships" id="261" r:id="R4a58c93324f7489e"/>
    <p:sldId xmlns:r="http://schemas.openxmlformats.org/officeDocument/2006/relationships" id="262" r:id="R3eba3eec384546b5"/>
    <p:sldId xmlns:r="http://schemas.openxmlformats.org/officeDocument/2006/relationships" id="263" r:id="Rdfae35b57a7d4b48"/>
    <p:sldId xmlns:r="http://schemas.openxmlformats.org/officeDocument/2006/relationships" id="264" r:id="Rc6f5ddc40630449b"/>
    <p:sldId xmlns:r="http://schemas.openxmlformats.org/officeDocument/2006/relationships" id="265" r:id="R8b4a7d16804a4310"/>
    <p:sldId xmlns:r="http://schemas.openxmlformats.org/officeDocument/2006/relationships" id="266" r:id="Rc84284c81d6c4e9b"/>
    <p:sldId xmlns:r="http://schemas.openxmlformats.org/officeDocument/2006/relationships" id="267" r:id="Rf8c9dad44d134e99"/>
    <p:sldId xmlns:r="http://schemas.openxmlformats.org/officeDocument/2006/relationships" id="268" r:id="R162ce6b71ca14b1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6fa68becb4e61" /><Relationship Type="http://schemas.openxmlformats.org/officeDocument/2006/relationships/slideMaster" Target="/ppt/slideMasters/slideMaster1.xml" Id="R8716c864a9fe4d0f" /><Relationship Type="http://schemas.openxmlformats.org/officeDocument/2006/relationships/notesMaster" Target="/ppt/notesMasters/notesMaster1.xml" Id="Rfdbd13767f5e4325" /><Relationship Type="http://schemas.openxmlformats.org/officeDocument/2006/relationships/presProps" Target="/ppt/presProps.xml" Id="Rd63e6be536894b18" /><Relationship Type="http://schemas.openxmlformats.org/officeDocument/2006/relationships/viewProps" Target="/ppt/viewProps.xml" Id="R5b063c7346be4f52" /><Relationship Type="http://schemas.openxmlformats.org/officeDocument/2006/relationships/tableStyles" Target="/ppt/tableStyles.xml" Id="R7ddd23798ebc4a38" /><Relationship Type="http://schemas.openxmlformats.org/officeDocument/2006/relationships/slide" Target="/ppt/slides/slide1.xml" Id="R1ad7edc1288b4f84" /><Relationship Type="http://schemas.openxmlformats.org/officeDocument/2006/relationships/slide" Target="/ppt/slides/slide2.xml" Id="Ra003b67c235b4f8c" /><Relationship Type="http://schemas.openxmlformats.org/officeDocument/2006/relationships/slide" Target="/ppt/slides/slide3.xml" Id="Rb8b229abe8364add" /><Relationship Type="http://schemas.openxmlformats.org/officeDocument/2006/relationships/slide" Target="/ppt/slides/slide4.xml" Id="R89d16b89e44f44b3" /><Relationship Type="http://schemas.openxmlformats.org/officeDocument/2006/relationships/slide" Target="/ppt/slides/slide5.xml" Id="R2f97893da57643ad" /><Relationship Type="http://schemas.openxmlformats.org/officeDocument/2006/relationships/slide" Target="/ppt/slides/slide6.xml" Id="R4a58c93324f7489e" /><Relationship Type="http://schemas.openxmlformats.org/officeDocument/2006/relationships/slide" Target="/ppt/slides/slide7.xml" Id="R3eba3eec384546b5" /><Relationship Type="http://schemas.openxmlformats.org/officeDocument/2006/relationships/slide" Target="/ppt/slides/slide8.xml" Id="Rdfae35b57a7d4b48" /><Relationship Type="http://schemas.openxmlformats.org/officeDocument/2006/relationships/slide" Target="/ppt/slides/slide9.xml" Id="Rc6f5ddc40630449b" /><Relationship Type="http://schemas.openxmlformats.org/officeDocument/2006/relationships/slide" Target="/ppt/slides/slide10.xml" Id="R8b4a7d16804a4310" /><Relationship Type="http://schemas.openxmlformats.org/officeDocument/2006/relationships/slide" Target="/ppt/slides/slide11.xml" Id="Rc84284c81d6c4e9b" /><Relationship Type="http://schemas.openxmlformats.org/officeDocument/2006/relationships/slide" Target="/ppt/slides/slide12.xml" Id="Rf8c9dad44d134e99" /><Relationship Type="http://schemas.openxmlformats.org/officeDocument/2006/relationships/slide" Target="/ppt/slides/slide13.xml" Id="R162ce6b71ca14b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bdfc05d827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f5bfd96354ea4" /><Relationship Type="http://schemas.openxmlformats.org/officeDocument/2006/relationships/notesMaster" Target="/ppt/notesMasters/notesMaster1.xml" Id="Ra17ffc610be94f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23bcc6fe574b69" /><Relationship Type="http://schemas.openxmlformats.org/officeDocument/2006/relationships/notesMaster" Target="/ppt/notesMasters/notesMaster1.xml" Id="Rb8e0168c8bee44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efc4ed1565496a" /><Relationship Type="http://schemas.openxmlformats.org/officeDocument/2006/relationships/notesMaster" Target="/ppt/notesMasters/notesMaster1.xml" Id="R8951ff79f57f48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9720dbd3914b96" /><Relationship Type="http://schemas.openxmlformats.org/officeDocument/2006/relationships/notesMaster" Target="/ppt/notesMasters/notesMaster1.xml" Id="Rfb1a1795445c4f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dc49226d5b4481" /><Relationship Type="http://schemas.openxmlformats.org/officeDocument/2006/relationships/notesMaster" Target="/ppt/notesMasters/notesMaster1.xml" Id="Rfc9557c304d24f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53c9a897234d76" /><Relationship Type="http://schemas.openxmlformats.org/officeDocument/2006/relationships/notesMaster" Target="/ppt/notesMasters/notesMaster1.xml" Id="R1d3b7dc1d7414a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02d4a533144352" /><Relationship Type="http://schemas.openxmlformats.org/officeDocument/2006/relationships/notesMaster" Target="/ppt/notesMasters/notesMaster1.xml" Id="Ra053402381d841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4ab244d7654c83" /><Relationship Type="http://schemas.openxmlformats.org/officeDocument/2006/relationships/notesMaster" Target="/ppt/notesMasters/notesMaster1.xml" Id="Rf96a65eb762047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ef0c0bff5c4f04" /><Relationship Type="http://schemas.openxmlformats.org/officeDocument/2006/relationships/notesMaster" Target="/ppt/notesMasters/notesMaster1.xml" Id="R2da3f194b6764e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11bcb8bdb04cf3" /><Relationship Type="http://schemas.openxmlformats.org/officeDocument/2006/relationships/notesMaster" Target="/ppt/notesMasters/notesMaster1.xml" Id="R242d01d772f540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c172bee6a14869" /><Relationship Type="http://schemas.openxmlformats.org/officeDocument/2006/relationships/notesMaster" Target="/ppt/notesMasters/notesMaster1.xml" Id="R85ce49e49b0448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aad00a50dc4663" /><Relationship Type="http://schemas.openxmlformats.org/officeDocument/2006/relationships/notesMaster" Target="/ppt/notesMasters/notesMaster1.xml" Id="Rae6b3f47cae540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92053f2a1b46ce" /><Relationship Type="http://schemas.openxmlformats.org/officeDocument/2006/relationships/notesMaster" Target="/ppt/notesMasters/notesMaster1.xml" Id="R746a47d8db68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3. Open the matching Word tutorial after the exercise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work for Module 3. Show the expected app result before students start.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3: explain these concepts. Ask students to predict what the change will do. Then open Step 3 in the Word tutorial.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3: run the app or inspect the code. Ask students to explain the observed result.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5: explain these concepts. Ask students to predict what the change will do. Then open Step 5 in the Word tutorial.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5: run the app or inspect the code. Ask students to explain the observed result.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6: explain these concepts. Ask students to predict what the change will do. Then open Step 6 in the Word tutorial.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6: run the app or inspect the code. Ask students to explain the observed result.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8: explain these concepts. Ask students to predict what the change will do. Then open Step 8 in the Word tutorial.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8: run the app or inspect the code. Ask students to explain the observed result.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3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1a0d9b4764bae" /><Relationship Type="http://schemas.openxmlformats.org/officeDocument/2006/relationships/image" Target="/ppt/media/image.png" Id="Rea7ba333a5ef48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45254d8dd4a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a0023181b4c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e1e0f10964c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aa23b9d7349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1c1f1acc249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ae56522b4495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0c0302b194cb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b9897ebe148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4044c017e4c4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2bbf8e61f4152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B21A57CB-BD26-4E41-8FD8-8EDE94478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ba333a5ef4814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89CE5A-D043-46D5-8895-9DF8F66A9E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69F94DF-DD7B-41DA-B1DE-04FE77762A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589D9F-94CF-4333-B844-3844AB7ABF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616D84-8C4C-4CA3-9A8B-4B4ED114D8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699967-8643-442D-A73A-A90028E6D1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50AAF2-FF4A-4C00-B791-4C4A75637C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40F074-3542-45A0-BF34-54838A4487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6EC921-068F-475E-BC3B-38D87A2CE0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C054DC-2D72-4AEB-AB1D-E4E095835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A32945-9073-43A9-9178-D849C8CC5D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3FEA6A-1275-49DD-8864-905B236643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82F2AA-A8A7-4BBC-B6AD-142A16A3E0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BF173C-E276-46E7-B7CD-8356C5FCE2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113D01-498E-4A18-8302-F168D8B5C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4261C3-7C13-4342-A34D-5F3D624B7C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CD5A685-FD01-4D3E-8853-F52912C848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1FC8E4-593D-48B0-A4C4-0ED714229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B6CFAA8-78AD-4865-82DF-7B62C22468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21189D-1689-4409-AD81-E52E529265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1EB94E-E2B6-495E-88D2-0EC398392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1F7129-E2C4-4219-9CA6-F706B1F7C9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43DC612-D82C-4C2F-BE37-265FA57C33D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5669627-197B-4FA7-816E-1311AF21154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9548899-E123-4EEE-A264-BF2C293C249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610726F-F741-4B33-9D72-2EB2BE1F71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8AAE237-9A4C-42DA-85F9-7748BCC2B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432211-3B8B-46E5-A629-8BF1EC9CC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C86469-D646-49A0-A4B3-E6013A6E3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312664C-605A-4AE4-AC70-06871B7D27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EC82B1C-38EE-4938-BA51-A662287500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55F99BB-BFF0-4F5B-97AB-C46DD2C715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A152BF9-3FCC-46AC-9378-EA299E8CBD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9FD8163-C411-431C-8E5B-52BF36A40A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3559D47-9E20-4930-9E12-A2A9D0BDF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C609A2-248A-436B-A2C1-D5D8B39FE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B6813F-1363-42DD-B901-8E59748E32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875F364-2613-4AB4-A710-3360E7410D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04D3B61-84F9-4D47-B4A9-AE86083FC0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CB861D-A8C6-4801-B9A4-249D0EB52B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59C65A-4328-4B7A-A191-836C9A8901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2DA205-B0E4-4BBB-A1DE-24F6519F2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B2E6FF9-58D4-4A22-8526-54A651B0F78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B25F18-B357-4754-AC70-47B425DDF5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8435937-DE64-48D3-AEF0-5480053758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18EA4A6-A96A-4B5C-AB05-63CAEC6F8F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7B9804-C565-410E-B79B-A6947E30FF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2961CB-64AA-4D95-9CB8-0D9C7CD66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F3D9B-04A2-4ECC-A234-0E6597DF59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CBD0E4-0303-4216-924A-C6FB70C08D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98AA1D-0DA1-4E85-B5C7-D2B7CED826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EE688-70FC-4304-92F8-613B3CB0AC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993937B-9184-4167-9967-78570ECD65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D745978-7498-4507-906F-5082A383C0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872533-C65A-4D7D-989B-33FF5F13A6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38466D-87D5-409A-92AE-71A40EA9B5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0AA6F4-FB62-4844-8680-2CCA569D96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e0a52993dda4d0b" /><Relationship Type="http://schemas.openxmlformats.org/officeDocument/2006/relationships/theme" Target="/ppt/slideMasters/theme/theme2.xml" Id="Re7d328fd670049b6" /><Relationship Type="http://schemas.openxmlformats.org/officeDocument/2006/relationships/slideLayout" Target="/ppt/slideLayouts/slideLayout1.xml" Id="R74dc6f648d0e45e8" /><Relationship Type="http://schemas.openxmlformats.org/officeDocument/2006/relationships/slideLayout" Target="/ppt/slideLayouts/slideLayout2.xml" Id="R4697fe66614144ab" /><Relationship Type="http://schemas.openxmlformats.org/officeDocument/2006/relationships/slideLayout" Target="/ppt/slideLayouts/slideLayout3.xml" Id="R087fa8065c644e00" /><Relationship Type="http://schemas.openxmlformats.org/officeDocument/2006/relationships/slideLayout" Target="/ppt/slideLayouts/slideLayout4.xml" Id="Rc8ff5806f2cb43f2" /><Relationship Type="http://schemas.openxmlformats.org/officeDocument/2006/relationships/slideLayout" Target="/ppt/slideLayouts/slideLayout5.xml" Id="R1b30faa850fc4d4e" /><Relationship Type="http://schemas.openxmlformats.org/officeDocument/2006/relationships/slideLayout" Target="/ppt/slideLayouts/slideLayout6.xml" Id="Rf2e19839e8bf495b" /><Relationship Type="http://schemas.openxmlformats.org/officeDocument/2006/relationships/slideLayout" Target="/ppt/slideLayouts/slideLayout7.xml" Id="Re38d98b6e3564def" /><Relationship Type="http://schemas.openxmlformats.org/officeDocument/2006/relationships/slideLayout" Target="/ppt/slideLayouts/slideLayout8.xml" Id="Rd946f905070f4ee1" /><Relationship Type="http://schemas.openxmlformats.org/officeDocument/2006/relationships/slideLayout" Target="/ppt/slideLayouts/slideLayout9.xml" Id="R08cd458860d14dcd" /><Relationship Type="http://schemas.openxmlformats.org/officeDocument/2006/relationships/slideLayout" Target="/ppt/slideLayouts/slideLayout10.xml" Id="R2528f4b1bcb4462d" /><Relationship Type="http://schemas.openxmlformats.org/officeDocument/2006/relationships/slideLayout" Target="/ppt/slideLayouts/slideLayout11.xml" Id="R030c73fcec9046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CC4AA88-072E-4D8F-B987-C58F6B17E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201F98-EA16-4D7F-ABB3-69C2DA4C55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D4288D-9D51-4317-8744-037E669960A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5FB72C-4A0F-4476-AE4F-28154BC43A9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AF0C40-8438-4D81-ADB8-0F6D3C7B6B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056230E-6901-4839-A2CF-75FEC83C3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a52993dda4d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c6f648d0e45e8"/>
    <p:sldLayoutId xmlns:r="http://schemas.openxmlformats.org/officeDocument/2006/relationships" id="2147483650" r:id="R4697fe66614144ab"/>
    <p:sldLayoutId xmlns:r="http://schemas.openxmlformats.org/officeDocument/2006/relationships" id="2147483651" r:id="R087fa8065c644e00"/>
    <p:sldLayoutId xmlns:r="http://schemas.openxmlformats.org/officeDocument/2006/relationships" id="2147483652" r:id="Rc8ff5806f2cb43f2"/>
    <p:sldLayoutId xmlns:r="http://schemas.openxmlformats.org/officeDocument/2006/relationships" id="2147483653" r:id="R1b30faa850fc4d4e"/>
    <p:sldLayoutId xmlns:r="http://schemas.openxmlformats.org/officeDocument/2006/relationships" id="2147483654" r:id="Rf2e19839e8bf495b"/>
    <p:sldLayoutId xmlns:r="http://schemas.openxmlformats.org/officeDocument/2006/relationships" id="2147483655" r:id="Re38d98b6e3564def"/>
    <p:sldLayoutId xmlns:r="http://schemas.openxmlformats.org/officeDocument/2006/relationships" id="2147483656" r:id="Rd946f905070f4ee1"/>
    <p:sldLayoutId xmlns:r="http://schemas.openxmlformats.org/officeDocument/2006/relationships" id="2147483657" r:id="R08cd458860d14dcd"/>
    <p:sldLayoutId xmlns:r="http://schemas.openxmlformats.org/officeDocument/2006/relationships" id="2147483658" r:id="R2528f4b1bcb4462d"/>
    <p:sldLayoutId xmlns:r="http://schemas.openxmlformats.org/officeDocument/2006/relationships" id="2147483659" r:id="R030c73fcec904648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1df694ba04d96" /><Relationship Type="http://schemas.openxmlformats.org/officeDocument/2006/relationships/notesSlide" Target="/ppt/notesSlides/notesSlide1.xml" Id="R29c70f3131b8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0b754ac3e4a4e" /><Relationship Type="http://schemas.openxmlformats.org/officeDocument/2006/relationships/notesSlide" Target="/ppt/notesSlides/notesSlide2.xml" Id="Rf1acb071767b44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cd37df842640c3" /><Relationship Type="http://schemas.openxmlformats.org/officeDocument/2006/relationships/notesSlide" Target="/ppt/notesSlides/notesSlide3.xml" Id="Rfd48a7e574d34d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4884ff192f4b0f" /><Relationship Type="http://schemas.openxmlformats.org/officeDocument/2006/relationships/image" Target="/ppt/media/image2.png" Id="Re915468ff41d4f8c" /><Relationship Type="http://schemas.openxmlformats.org/officeDocument/2006/relationships/notesSlide" Target="/ppt/notesSlides/notesSlide4.xml" Id="R565c8b847d9c41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ebae0e6da45fe" /><Relationship Type="http://schemas.openxmlformats.org/officeDocument/2006/relationships/notesSlide" Target="/ppt/notesSlides/notesSlide5.xml" Id="R2cfd235817524b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2986dd975345f6" /><Relationship Type="http://schemas.openxmlformats.org/officeDocument/2006/relationships/image" Target="/ppt/media/image3.png" Id="Rfcbe85be104c4139" /><Relationship Type="http://schemas.openxmlformats.org/officeDocument/2006/relationships/notesSlide" Target="/ppt/notesSlides/notesSlide6.xml" Id="Rd382ab34286a4e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eb1536eb0b4c77" /><Relationship Type="http://schemas.openxmlformats.org/officeDocument/2006/relationships/notesSlide" Target="/ppt/notesSlides/notesSlide7.xml" Id="Rf9de8ff33ecd45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76e5f1d2114ab4" /><Relationship Type="http://schemas.openxmlformats.org/officeDocument/2006/relationships/image" Target="/ppt/media/image4.png" Id="R8490428e02674607" /><Relationship Type="http://schemas.openxmlformats.org/officeDocument/2006/relationships/notesSlide" Target="/ppt/notesSlides/notesSlide8.xml" Id="Rc9901772d0f94f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f5217b381f4dac" /><Relationship Type="http://schemas.openxmlformats.org/officeDocument/2006/relationships/notesSlide" Target="/ppt/notesSlides/notesSlide9.xml" Id="R86cbc241bb9a42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c0a4e692a1476b" /><Relationship Type="http://schemas.openxmlformats.org/officeDocument/2006/relationships/image" Target="/ppt/media/image5.png" Id="R9bda5dfb2eb24ba6" /><Relationship Type="http://schemas.openxmlformats.org/officeDocument/2006/relationships/notesSlide" Target="/ppt/notesSlides/notesSlide10.xml" Id="R2e9e1a8b351246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89a750fc364517" /><Relationship Type="http://schemas.openxmlformats.org/officeDocument/2006/relationships/notesSlide" Target="/ppt/notesSlides/notesSlide11.xml" Id="R9990e3e61c9a43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408f6c2089448c" /><Relationship Type="http://schemas.openxmlformats.org/officeDocument/2006/relationships/image" Target="/ppt/media/image6.png" Id="Rea92ff30d1184df0" /><Relationship Type="http://schemas.openxmlformats.org/officeDocument/2006/relationships/notesSlide" Target="/ppt/notesSlides/notesSlide12.xml" Id="Rc8a0f6eeb2514a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1c27b39bd648a3" /><Relationship Type="http://schemas.openxmlformats.org/officeDocument/2006/relationships/notesSlide" Target="/ppt/notesSlides/notesSlide13.xml" Id="R3386add97e1e46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3 Item Editor Binding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Move form values into a view model.</a:t>
            </a:r>
          </a:p>
          <a:p xmlns:a="http://schemas.openxmlformats.org/drawingml/2006/main">
            <a:pPr lvl="0">
              <a:buNone/>
            </a:pPr>
            <a:r>
              <a:t>Bind the Entries to those values.</a:t>
            </a:r>
          </a:p>
          <a:p xmlns:a="http://schemas.openxmlformats.org/drawingml/2006/main">
            <a:pPr lvl="0">
              <a:buNone/>
            </a:pPr>
            <a:r>
              <a:t>Show a live cost total.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Exercise overview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68484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BindingContext names the data source.</a:t>
            </a:r>
          </a:p>
          <a:p xmlns:a="http://schemas.openxmlformats.org/drawingml/2006/main">
            <a:pPr lvl="0">
              <a:buNone/>
            </a:pPr>
            <a:r>
              <a:t>A two-way binding moves an Entry value both ways.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 BindingContext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5034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Title appears in the bound property.</a:t>
            </a:r>
          </a:p>
          <a:p xmlns:a="http://schemas.openxmlformats.org/drawingml/2006/main">
            <a:pPr lvl="0">
              <a:buNone/>
            </a:pPr>
            <a:r>
              <a:t>The page still looks the same.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6A8A5-FCE2-4ED4-AE08-DCC0577311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5468ff41d4f8c"/>
          <a:stretch xmlns:a="http://schemas.openxmlformats.org/drawingml/2006/main"/>
        </p:blipFill>
        <p:spPr>
          <a:xfrm xmlns:a="http://schemas.openxmlformats.org/drawingml/2006/main">
            <a:off x="3387634" y="3190875"/>
            <a:ext cx="5416731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76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changed C# value must notify the view.</a:t>
            </a:r>
          </a:p>
          <a:p xmlns:a="http://schemas.openxmlformats.org/drawingml/2006/main">
            <a:pPr lvl="0">
              <a:buNone/>
            </a:pPr>
            <a:r>
              <a:t>INotifyPropertyChanged sends that notice.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 Property notification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9085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view reflects a changed property.</a:t>
            </a:r>
          </a:p>
          <a:p xmlns:a="http://schemas.openxmlformats.org/drawingml/2006/main">
            <a:pPr lvl="0">
              <a:buNone/>
            </a:pPr>
            <a:r>
              <a:t>Typing still changes the view-model value.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60428-41FB-47AF-AABD-1AD1297BFE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e85be104c4139"/>
          <a:stretch xmlns:a="http://schemas.openxmlformats.org/drawingml/2006/main"/>
        </p:blipFill>
        <p:spPr>
          <a:xfrm xmlns:a="http://schemas.openxmlformats.org/drawingml/2006/main">
            <a:off x="3387634" y="3190875"/>
            <a:ext cx="5416731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221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Copy the selected item into the view model.</a:t>
            </a:r>
          </a:p>
          <a:p xmlns:a="http://schemas.openxmlformats.org/drawingml/2006/main">
            <a:pPr lvl="0">
              <a:buNone/>
            </a:pPr>
            <a:r>
              <a:t>Bindings put those values in the Entries.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 Edit prefill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35861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opens with the row values.</a:t>
            </a:r>
          </a:p>
          <a:p xmlns:a="http://schemas.openxmlformats.org/drawingml/2006/main">
            <a:pPr lvl="0">
              <a:buNone/>
            </a:pPr>
            <a:r>
              <a:t>Cancel leaves the original item.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B9452-0E09-412E-9887-9ECAA3735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0428e02674607"/>
          <a:stretch xmlns:a="http://schemas.openxmlformats.org/drawingml/2006/main"/>
        </p:blipFill>
        <p:spPr>
          <a:xfrm xmlns:a="http://schemas.openxmlformats.org/drawingml/2006/main">
            <a:off x="3387634" y="3190875"/>
            <a:ext cx="5416731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807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Calculate after cost or quantity changes.</a:t>
            </a:r>
          </a:p>
          <a:p xmlns:a="http://schemas.openxmlformats.org/drawingml/2006/main">
            <a:pPr lvl="0">
              <a:buNone/>
            </a:pPr>
            <a:r>
              <a:t>Notify the TotalText binding.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6 Live total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00950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total changes while the user types.</a:t>
            </a:r>
          </a:p>
          <a:p xmlns:a="http://schemas.openxmlformats.org/drawingml/2006/main">
            <a:pPr lvl="0">
              <a:buNone/>
            </a:pPr>
            <a:r>
              <a:t>Invalid numbers show a helpful message.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6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AF7D6-3FBC-4A77-96C6-D82D33FDBA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a5dfb2eb24ba6"/>
          <a:stretch xmlns:a="http://schemas.openxmlformats.org/drawingml/2006/main"/>
        </p:blipFill>
        <p:spPr>
          <a:xfrm xmlns:a="http://schemas.openxmlformats.org/drawingml/2006/main">
            <a:off x="3387634" y="3190875"/>
            <a:ext cx="5416731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772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x:DataType checks binding names at build time.</a:t>
            </a:r>
          </a:p>
          <a:p xmlns:a="http://schemas.openxmlformats.org/drawingml/2006/main">
            <a:pPr lvl="0">
              <a:buNone/>
            </a:pPr>
            <a:r>
              <a:t>A wrong property name becomes a build issue.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8 Typed bindings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244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page builds with typed bindings.</a:t>
            </a:r>
          </a:p>
          <a:p xmlns:a="http://schemas.openxmlformats.org/drawingml/2006/main">
            <a:pPr lvl="0">
              <a:buNone/>
            </a:pPr>
            <a:r>
              <a:t>All five Entries still bind.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8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DA4C9-2970-4499-81F0-87598FDC2F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2ff30d1184df0"/>
          <a:stretch xmlns:a="http://schemas.openxmlformats.org/drawingml/2006/main"/>
        </p:blipFill>
        <p:spPr>
          <a:xfrm xmlns:a="http://schemas.openxmlformats.org/drawingml/2006/main">
            <a:off x="3387634" y="3190875"/>
            <a:ext cx="5416731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762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6DBAE7-E82F-4341-829A-14655DF74F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Show the completed app workflow.</a:t>
            </a:r>
          </a:p>
          <a:p xmlns:a="http://schemas.openxmlformats.org/drawingml/2006/main">
            <a:pPr lvl="0">
              <a:buNone/>
            </a:pPr>
            <a:r>
              <a:t>Explain which responsibility changed.</a:t>
            </a:r>
          </a:p>
          <a:p xmlns:a="http://schemas.openxmlformats.org/drawingml/2006/main">
            <a:pPr lvl="0">
              <a:buNone/>
            </a:pPr>
            <a:r>
              <a:t>Check the result before the next module.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Module review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7964472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2026-10-15T21:02:54.9430000Z</dcterms:created>
  <dcterms:modified xsi:type="dcterms:W3CDTF">2026-10-15T21:02:54.9430000Z</dcterms:modified>
</coreProperties>
</file>