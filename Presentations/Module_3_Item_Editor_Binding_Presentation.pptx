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292cbebe38b4627" /><Relationship Type="http://schemas.openxmlformats.org/officeDocument/2006/relationships/extended-properties" Target="/docProps/app.xml" Id="R066b8402b9774815" /><Relationship Type="http://schemas.openxmlformats.org/officeDocument/2006/relationships/officeDocument" Target="/ppt/presentation.xml" Id="Rc47f9b01eb164b2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ab9ae8e66ba4480"/>
  </p:sldMasterIdLst>
  <p:notesMasterIdLst>
    <p:notesMasterId xmlns:r="http://schemas.openxmlformats.org/officeDocument/2006/relationships" r:id="Ree64c5fde93d4aee"/>
  </p:notesMasterIdLst>
  <p:sldIdLst>
    <p:sldId xmlns:r="http://schemas.openxmlformats.org/officeDocument/2006/relationships" id="256" r:id="R51d1f65f53784447"/>
    <p:sldId xmlns:r="http://schemas.openxmlformats.org/officeDocument/2006/relationships" id="257" r:id="R90043e8e8516488b"/>
    <p:sldId xmlns:r="http://schemas.openxmlformats.org/officeDocument/2006/relationships" id="258" r:id="R8ac324ddc346425a"/>
    <p:sldId xmlns:r="http://schemas.openxmlformats.org/officeDocument/2006/relationships" id="259" r:id="Rcfbb783686e7452a"/>
    <p:sldId xmlns:r="http://schemas.openxmlformats.org/officeDocument/2006/relationships" id="260" r:id="R03dd274ece3a4142"/>
    <p:sldId xmlns:r="http://schemas.openxmlformats.org/officeDocument/2006/relationships" id="261" r:id="R2dfc6c7afcf94911"/>
    <p:sldId xmlns:r="http://schemas.openxmlformats.org/officeDocument/2006/relationships" id="262" r:id="R571a305188564ee8"/>
    <p:sldId xmlns:r="http://schemas.openxmlformats.org/officeDocument/2006/relationships" id="263" r:id="R29c325f9a64b445f"/>
    <p:sldId xmlns:r="http://schemas.openxmlformats.org/officeDocument/2006/relationships" id="264" r:id="R73fe318539fb4f6b"/>
    <p:sldId xmlns:r="http://schemas.openxmlformats.org/officeDocument/2006/relationships" id="265" r:id="R8c8bdf293cd441d8"/>
    <p:sldId xmlns:r="http://schemas.openxmlformats.org/officeDocument/2006/relationships" id="266" r:id="R631fff7f0c8741d8"/>
    <p:sldId xmlns:r="http://schemas.openxmlformats.org/officeDocument/2006/relationships" id="267" r:id="Rc84c418087e3480b"/>
    <p:sldId xmlns:r="http://schemas.openxmlformats.org/officeDocument/2006/relationships" id="268" r:id="Rc4b70efca0564e37"/>
    <p:sldId xmlns:r="http://schemas.openxmlformats.org/officeDocument/2006/relationships" id="269" r:id="R9279ef57bbe94f71"/>
    <p:sldId xmlns:r="http://schemas.openxmlformats.org/officeDocument/2006/relationships" id="270" r:id="Racb3beceaa364f74"/>
    <p:sldId xmlns:r="http://schemas.openxmlformats.org/officeDocument/2006/relationships" id="271" r:id="Rb18d015d408b49c9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8f36902002941cc" /><Relationship Type="http://schemas.openxmlformats.org/officeDocument/2006/relationships/slideMaster" Target="/ppt/slideMasters/slideMaster1.xml" Id="R2ab9ae8e66ba4480" /><Relationship Type="http://schemas.openxmlformats.org/officeDocument/2006/relationships/notesMaster" Target="/ppt/notesMasters/notesMaster1.xml" Id="Ree64c5fde93d4aee" /><Relationship Type="http://schemas.openxmlformats.org/officeDocument/2006/relationships/presProps" Target="/ppt/presProps.xml" Id="R8b068a393c394333" /><Relationship Type="http://schemas.openxmlformats.org/officeDocument/2006/relationships/viewProps" Target="/ppt/viewProps.xml" Id="R4b2754197c094d04" /><Relationship Type="http://schemas.openxmlformats.org/officeDocument/2006/relationships/tableStyles" Target="/ppt/tableStyles.xml" Id="Rb1330a3b19da4748" /><Relationship Type="http://schemas.openxmlformats.org/officeDocument/2006/relationships/slide" Target="/ppt/slides/slide1.xml" Id="R51d1f65f53784447" /><Relationship Type="http://schemas.openxmlformats.org/officeDocument/2006/relationships/slide" Target="/ppt/slides/slide2.xml" Id="R90043e8e8516488b" /><Relationship Type="http://schemas.openxmlformats.org/officeDocument/2006/relationships/slide" Target="/ppt/slides/slide3.xml" Id="R8ac324ddc346425a" /><Relationship Type="http://schemas.openxmlformats.org/officeDocument/2006/relationships/slide" Target="/ppt/slides/slide4.xml" Id="Rcfbb783686e7452a" /><Relationship Type="http://schemas.openxmlformats.org/officeDocument/2006/relationships/slide" Target="/ppt/slides/slide5.xml" Id="R03dd274ece3a4142" /><Relationship Type="http://schemas.openxmlformats.org/officeDocument/2006/relationships/slide" Target="/ppt/slides/slide6.xml" Id="R2dfc6c7afcf94911" /><Relationship Type="http://schemas.openxmlformats.org/officeDocument/2006/relationships/slide" Target="/ppt/slides/slide7.xml" Id="R571a305188564ee8" /><Relationship Type="http://schemas.openxmlformats.org/officeDocument/2006/relationships/slide" Target="/ppt/slides/slide8.xml" Id="R29c325f9a64b445f" /><Relationship Type="http://schemas.openxmlformats.org/officeDocument/2006/relationships/slide" Target="/ppt/slides/slide9.xml" Id="R73fe318539fb4f6b" /><Relationship Type="http://schemas.openxmlformats.org/officeDocument/2006/relationships/slide" Target="/ppt/slides/slide10.xml" Id="R8c8bdf293cd441d8" /><Relationship Type="http://schemas.openxmlformats.org/officeDocument/2006/relationships/slide" Target="/ppt/slides/slide11.xml" Id="R631fff7f0c8741d8" /><Relationship Type="http://schemas.openxmlformats.org/officeDocument/2006/relationships/slide" Target="/ppt/slides/slide12.xml" Id="Rc84c418087e3480b" /><Relationship Type="http://schemas.openxmlformats.org/officeDocument/2006/relationships/slide" Target="/ppt/slides/slide13.xml" Id="Rc4b70efca0564e37" /><Relationship Type="http://schemas.openxmlformats.org/officeDocument/2006/relationships/slide" Target="/ppt/slides/slide14.xml" Id="R9279ef57bbe94f71" /><Relationship Type="http://schemas.openxmlformats.org/officeDocument/2006/relationships/slide" Target="/ppt/slides/slide15.xml" Id="Racb3beceaa364f74" /><Relationship Type="http://schemas.openxmlformats.org/officeDocument/2006/relationships/slide" Target="/ppt/slides/slide16.xml" Id="Rb18d015d408b49c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dd6b551bf27498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EMMW Tech Bronze Theme Widescree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1c3b11dda444a64" /><Relationship Type="http://schemas.openxmlformats.org/officeDocument/2006/relationships/notesMaster" Target="/ppt/notesMasters/notesMaster1.xml" Id="R27647caf69da426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1c8dae09e744c57" /><Relationship Type="http://schemas.openxmlformats.org/officeDocument/2006/relationships/notesMaster" Target="/ppt/notesMasters/notesMaster1.xml" Id="R3362d8472f3d400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cb4f0b485cd4fa7" /><Relationship Type="http://schemas.openxmlformats.org/officeDocument/2006/relationships/notesMaster" Target="/ppt/notesMasters/notesMaster1.xml" Id="R97298e6e9e2a4c5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e3c1631042942b9" /><Relationship Type="http://schemas.openxmlformats.org/officeDocument/2006/relationships/notesMaster" Target="/ppt/notesMasters/notesMaster1.xml" Id="R0476529aa91f441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d8b2493a7544e41" /><Relationship Type="http://schemas.openxmlformats.org/officeDocument/2006/relationships/notesMaster" Target="/ppt/notesMasters/notesMaster1.xml" Id="R0d243e1c08bf400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d4cba3dd60e45e5" /><Relationship Type="http://schemas.openxmlformats.org/officeDocument/2006/relationships/notesMaster" Target="/ppt/notesMasters/notesMaster1.xml" Id="Rf7f1b59fe35d461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d327eb27d544fb0" /><Relationship Type="http://schemas.openxmlformats.org/officeDocument/2006/relationships/notesMaster" Target="/ppt/notesMasters/notesMaster1.xml" Id="R3d446c6964ae4a4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5b3e89423e64ab4" /><Relationship Type="http://schemas.openxmlformats.org/officeDocument/2006/relationships/notesMaster" Target="/ppt/notesMasters/notesMaster1.xml" Id="Rf17cefea3acf46f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d2ebe08c4b1471e" /><Relationship Type="http://schemas.openxmlformats.org/officeDocument/2006/relationships/notesMaster" Target="/ppt/notesMasters/notesMaster1.xml" Id="R75e131ee2dc0412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35a803ff00a425f" /><Relationship Type="http://schemas.openxmlformats.org/officeDocument/2006/relationships/notesMaster" Target="/ppt/notesMasters/notesMaster1.xml" Id="Ra67c56195af34db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300cccc08584f34" /><Relationship Type="http://schemas.openxmlformats.org/officeDocument/2006/relationships/notesMaster" Target="/ppt/notesMasters/notesMaster1.xml" Id="Rc4348bee266143f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84743f5643e44ef" /><Relationship Type="http://schemas.openxmlformats.org/officeDocument/2006/relationships/notesMaster" Target="/ppt/notesMasters/notesMaster1.xml" Id="R6019261e84684f1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e0771a4256d46bc" /><Relationship Type="http://schemas.openxmlformats.org/officeDocument/2006/relationships/notesMaster" Target="/ppt/notesMasters/notesMaster1.xml" Id="R486c98874dae4bb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5add6b9f38d4fdf" /><Relationship Type="http://schemas.openxmlformats.org/officeDocument/2006/relationships/notesMaster" Target="/ppt/notesMasters/notesMaster1.xml" Id="R26594433bb804c1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543073c53d54010" /><Relationship Type="http://schemas.openxmlformats.org/officeDocument/2006/relationships/notesMaster" Target="/ppt/notesMasters/notesMaster1.xml" Id="Rd7fc6a89fbd14d6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6bb1cc3043e4159" /><Relationship Type="http://schemas.openxmlformats.org/officeDocument/2006/relationships/notesMaster" Target="/ppt/notesMasters/notesMaster1.xml" Id="R24e4056c968e40c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the matching Word tutorial after the exercise overview. Source: Module 3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Give students the outcome before they start. Source: Module 3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framework idea before the first exercise step. MAUI documentation: https://learn.microsoft.com/dotnet/maui/xaml/fundamentals/mvvm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Ask students to identify the C# object, the XAML control, and the connection between them. Source: Module 3 Word tutorial. MAUI documentation: https://learn.microsoft.com/dotnet/maui/xaml/fundamentals/mvvm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2: explain these concepts. Ask students to predict what the change will do. Then open Step 2 in the Word tutorial. Source: Module 3 Word tutorial. Related MAUI documentation: https://learn.microsoft.com/dotnet/maui/xaml/fundamentals/mvvm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2: run the app or inspect the code. Ask students to explain the observed result. Source: Module 3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3: explain these concepts. Ask students to predict what the change will do. Then open Step 3 in the Word tutorial. Source: Module 3 Word tutorial. Related MAUI documentation: https://learn.microsoft.com/dotnet/maui/xaml/fundamentals/mvvm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3: run the app or inspect the code. Ask students to explain the observed result. Source: Module 3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5: explain these concepts. Ask students to predict what the change will do. Then open Step 5 in the Word tutorial. Source: Module 3 Word tutorial. Related MAUI documentation: https://learn.microsoft.com/dotnet/maui/xaml/fundamentals/mvvm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5: run the app or inspect the code. Ask students to explain the observed result. Source: Module 3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6: explain these concepts. Ask students to predict what the change will do. Then open Step 6 in the Word tutorial. Source: Module 3 Word tutorial. Related MAUI documentation: https://learn.microsoft.com/dotnet/maui/xaml/fundamentals/mvvm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6: run the app or inspect the code. Ask students to explain the observed result. Source: Module 3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8: explain these concepts. Ask students to predict what the change will do. Then open Step 8 in the Word tutorial. Source: Module 3 Word tutorial. Related MAUI documentation: https://learn.microsoft.com/dotnet/maui/xaml/fundamentals/mvvm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8: run the app or inspect the code. Ask students to explain the observed result. Source: Module 3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final tutorial checklist. Ask students to explain the module concept without reading code. Source: Module 3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Student reading: Data binding and MVVM. https://learn.microsoft.com/dotnet/maui/xaml/fundamentals/mvvm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ac646906c14f37" /><Relationship Type="http://schemas.openxmlformats.org/officeDocument/2006/relationships/image" Target="/ppt/media/image.png" Id="Ra155cd47137948c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bef76c098e450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1cb6f6820a447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ef39250dd14ed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3669d8f83b4e1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def42210b7400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7bd2968185419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8f61f400d047e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23032ea10d4aa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07c6ec90da401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ba17b5acde4895" /></Relationships>
</file>

<file path=ppt/slideLayouts/slideLayout1.xml><?xml version="1.0" encoding="utf-8"?>
<p:sldLayout xmlns:p="http://schemas.openxmlformats.org/presentationml/2006/main" type="title" preserve="1">
  <p:cSld name="Title Slide">
    <p:bg>
      <p:bgPr>
        <a:solidFill xmlns:a="http://schemas.openxmlformats.org/drawingml/2006/main">
          <a:schemeClr val="tx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!!Rectangle">
            <a:extLst xmlns:a="http://schemas.openxmlformats.org/drawingml/2006/main">
              <a:ext uri="{FF2B5EF4-FFF2-40B4-BE49-F238E27FC236}">
                <a16:creationId xmlns:a16="http://schemas.microsoft.com/office/drawing/2014/main" id="{A8337851-1C2F-255A-B02C-62D7A1CC2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013"/>
          </a:p>
        </p:txBody>
      </p:sp>
      <p:pic>
        <p:nvPicPr>
          <p:cNvPr id="14" name="Picture 13">
            <a:extLst xmlns:a="http://schemas.openxmlformats.org/drawingml/2006/main">
              <a:ext uri="{FF2B5EF4-FFF2-40B4-BE49-F238E27FC236}">
                <a16:creationId xmlns:a16="http://schemas.microsoft.com/office/drawing/2014/main" id="{AAA6C787-B1C6-4FFB-B970-587D37A210A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55cd47137948cd">
            <a:alphaModFix amt="4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71493" y="280600"/>
            <a:ext cx="7249014" cy="7178499"/>
          </a:xfrm>
          <a:prstGeom xmlns:a="http://schemas.openxmlformats.org/drawingml/2006/main" prst="rect">
            <a:avLst/>
          </a:prstGeom>
        </p:spPr>
      </p:pic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1B19A28E-E483-5B65-D3DF-993E4D1EF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120140" y="346791"/>
            <a:ext cx="146304" cy="70408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013"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735CDC6E-08BA-8B17-B723-AEBCF8949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241202"/>
            <a:ext cx="10506456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3175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5143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013" b="0" i="0" u="none" strike="noStrike" kern="1200" cap="none" spc="0" baseline="0">
              <a:ln>
                <a:noFill/>
              </a:ln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93D81E2-6BD5-4482-96DB-77DC9B487C0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912876" y="970226"/>
            <a:ext cx="10363200" cy="214947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algn="l">
              <a:buNone/>
              <a:defRPr sz="4000" b="1" kern="1200">
                <a:solidFill>
                  <a:schemeClr val="bg1"/>
                </a:solidFill>
                <a:latin typeface="Orbitron"/>
                <a:ea typeface="Orbitron"/>
                <a:cs typeface="Orbitron"/>
              </a:defRPr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F088E19-3580-4CB9-BE28-5CB34363AC9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912879" y="3396875"/>
            <a:ext cx="10363199" cy="261518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60735" indent="-160735" algn="l">
              <a:buFont typeface="Arial"/>
              <a:buChar char="•"/>
              <a:defRPr sz="2000" kern="1200">
                <a:solidFill>
                  <a:schemeClr val="bg1"/>
                </a:solidFill>
                <a:latin typeface="Montserrat"/>
                <a:ea typeface="Montserrat"/>
                <a:cs typeface="Montserrat"/>
              </a:defRPr>
            </a:lvl1pPr>
            <a:lvl2pPr marL="2571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143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715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2858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8002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6A05CE2-0823-465A-A83E-7B092585EF5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8B035E9-B31C-4036-9F50-68242FC0009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80DF640-385D-4DE4-8A2A-6EDCA8E6BC3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61042D97-83DB-BE5F-E8CD-8D278F42A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271" y="546847"/>
            <a:ext cx="1016000" cy="25846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013"/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0477C1B-1F46-42BC-ABBD-7A506430E60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0FB1A7E-F135-4C97-94D9-575F16F435E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E6340FB-598D-4CBD-86E2-61F0E719780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0FE492A-1DB5-47B2-8C5B-4FB4396CAB1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30024" y="6356355"/>
            <a:ext cx="2211293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  <p:sp>
        <p:nvSpPr>
          <p:cNvPr id="7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274638"/>
            <a:ext cx="109728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F10C3AE-3BFE-469D-8799-67EF5D29D2E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63084" y="4406905"/>
            <a:ext cx="103632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225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98DD0BA-5722-45F5-AFD5-F5CE95585BF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963084" y="2906713"/>
            <a:ext cx="103632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125">
                <a:solidFill>
                  <a:schemeClr val="tx1">
                    <a:tint val="75000"/>
                  </a:schemeClr>
                </a:solidFill>
              </a:defRPr>
            </a:lvl1pPr>
            <a:lvl2pPr marL="257175" indent="0">
              <a:buNone/>
              <a:defRPr sz="1013">
                <a:solidFill>
                  <a:schemeClr val="tx1">
                    <a:tint val="75000"/>
                  </a:schemeClr>
                </a:solidFill>
              </a:defRPr>
            </a:lvl2pPr>
            <a:lvl3pPr marL="51435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3pPr>
            <a:lvl4pPr marL="77152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4pPr>
            <a:lvl5pPr marL="102870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5pPr>
            <a:lvl6pPr marL="128587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6pPr>
            <a:lvl7pPr marL="154305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7pPr>
            <a:lvl8pPr marL="180022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8pPr>
            <a:lvl9pPr marL="205740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C66E8C5-E535-4FEF-A98C-9FD382CE3C0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922C81D-54B3-4397-869B-2B51B137D8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37A0542-A953-4448-A775-D194C7F3262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6C73B3F-6111-4A7A-9CD6-BA891B89D3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897936A-2107-4F06-80B0-8FF8FA4AF30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09600" y="1600205"/>
            <a:ext cx="53848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575"/>
            </a:lvl1pPr>
            <a:lvl2pPr>
              <a:buNone/>
              <a:defRPr sz="1350"/>
            </a:lvl2pPr>
            <a:lvl3pPr>
              <a:buNone/>
              <a:defRPr sz="1125"/>
            </a:lvl3pPr>
            <a:lvl4pPr>
              <a:buNone/>
              <a:defRPr sz="1013"/>
            </a:lvl4pPr>
            <a:lvl5pPr>
              <a:buNone/>
              <a:defRPr sz="1013"/>
            </a:lvl5pPr>
            <a:lvl6pPr>
              <a:buNone/>
              <a:defRPr sz="1013"/>
            </a:lvl6pPr>
            <a:lvl7pPr>
              <a:buNone/>
              <a:defRPr sz="1013"/>
            </a:lvl7pPr>
            <a:lvl8pPr>
              <a:buNone/>
              <a:defRPr sz="1013"/>
            </a:lvl8pPr>
            <a:lvl9pPr>
              <a:buNone/>
              <a:defRPr sz="1013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4A22FAE-71F5-4E06-83AC-C2938D33DD5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97600" y="1600205"/>
            <a:ext cx="53848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575"/>
            </a:lvl1pPr>
            <a:lvl2pPr>
              <a:buNone/>
              <a:defRPr sz="1350"/>
            </a:lvl2pPr>
            <a:lvl3pPr>
              <a:buNone/>
              <a:defRPr sz="1125"/>
            </a:lvl3pPr>
            <a:lvl4pPr>
              <a:buNone/>
              <a:defRPr sz="1013"/>
            </a:lvl4pPr>
            <a:lvl5pPr>
              <a:buNone/>
              <a:defRPr sz="1013"/>
            </a:lvl5pPr>
            <a:lvl6pPr>
              <a:buNone/>
              <a:defRPr sz="1013"/>
            </a:lvl6pPr>
            <a:lvl7pPr>
              <a:buNone/>
              <a:defRPr sz="1013"/>
            </a:lvl7pPr>
            <a:lvl8pPr>
              <a:buNone/>
              <a:defRPr sz="1013"/>
            </a:lvl8pPr>
            <a:lvl9pPr>
              <a:buNone/>
              <a:defRPr sz="1013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6499C1F-B27C-42CA-8988-70DB5E2ED4B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37F6252-8BA9-43A9-A441-6A57A101FA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942DEE6-90D9-446B-9BC2-1F52C151C94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E94BBFA-A1B9-4969-BB37-C406A5790C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6F3D609-B431-4F91-9869-D3D54E076F0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535113"/>
            <a:ext cx="5386917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5C66263-AD85-4073-9EEE-EFB7E17AA1F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09600" y="2174875"/>
            <a:ext cx="5386917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350"/>
            </a:lvl1pPr>
            <a:lvl2pPr>
              <a:buNone/>
              <a:defRPr sz="1125"/>
            </a:lvl2pPr>
            <a:lvl3pPr>
              <a:buNone/>
              <a:defRPr sz="1013"/>
            </a:lvl3pPr>
            <a:lvl4pPr>
              <a:buNone/>
              <a:defRPr sz="900"/>
            </a:lvl4pPr>
            <a:lvl5pPr>
              <a:buNone/>
              <a:defRPr sz="900"/>
            </a:lvl5pPr>
            <a:lvl6pPr>
              <a:buNone/>
              <a:defRPr sz="900"/>
            </a:lvl6pPr>
            <a:lvl7pPr>
              <a:buNone/>
              <a:defRPr sz="900"/>
            </a:lvl7pPr>
            <a:lvl8pPr>
              <a:buNone/>
              <a:defRPr sz="900"/>
            </a:lvl8pPr>
            <a:lvl9pPr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9D7FD66-B8A3-4C73-843E-536E9DA0DFC1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93370" y="1535113"/>
            <a:ext cx="5389033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518EB4B8-6964-4FEF-9EC5-60C14FAEC67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93370" y="2174875"/>
            <a:ext cx="5389033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350"/>
            </a:lvl1pPr>
            <a:lvl2pPr>
              <a:buNone/>
              <a:defRPr sz="1125"/>
            </a:lvl2pPr>
            <a:lvl3pPr>
              <a:buNone/>
              <a:defRPr sz="1013"/>
            </a:lvl3pPr>
            <a:lvl4pPr>
              <a:buNone/>
              <a:defRPr sz="900"/>
            </a:lvl4pPr>
            <a:lvl5pPr>
              <a:buNone/>
              <a:defRPr sz="900"/>
            </a:lvl5pPr>
            <a:lvl6pPr>
              <a:buNone/>
              <a:defRPr sz="900"/>
            </a:lvl6pPr>
            <a:lvl7pPr>
              <a:buNone/>
              <a:defRPr sz="900"/>
            </a:lvl7pPr>
            <a:lvl8pPr>
              <a:buNone/>
              <a:defRPr sz="900"/>
            </a:lvl8pPr>
            <a:lvl9pPr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8BE7049-4A47-47A5-BA41-B212259946D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01AB7F2-34CB-4D64-8DDE-E9784398FF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568A5AB-E2B4-41A5-9F71-E8AB07F97A5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DC44ACC-0920-409A-889E-2868265124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C2A9DD7B-F3C4-4285-A950-72696D9E495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955E761A-69F9-497D-AA99-4B0253D60F9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4DDAFC2A-E0D5-4B77-857A-FD887992173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E61EA314-9249-4463-A09F-2EE0CE5F91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8678ABBC-19A4-427A-BF51-2D905DFBFB9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C48C176B-53E7-4137-899C-C1B62CC9CF4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2E34100-316F-4D9F-99BA-ADE7A666781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3" y="273050"/>
            <a:ext cx="4011084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1125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A465FE6-9C06-48AD-8952-4AE04A47CC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766733" y="273055"/>
            <a:ext cx="6815667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575"/>
            </a:lvl2pPr>
            <a:lvl3pPr>
              <a:buNone/>
              <a:defRPr sz="1350"/>
            </a:lvl3pPr>
            <a:lvl4pPr>
              <a:buNone/>
              <a:defRPr sz="1125"/>
            </a:lvl4pPr>
            <a:lvl5pPr>
              <a:buNone/>
              <a:defRPr sz="1125"/>
            </a:lvl5pPr>
            <a:lvl6pPr>
              <a:buNone/>
              <a:defRPr sz="1125"/>
            </a:lvl6pPr>
            <a:lvl7pPr>
              <a:buNone/>
              <a:defRPr sz="1125"/>
            </a:lvl7pPr>
            <a:lvl8pPr>
              <a:buNone/>
              <a:defRPr sz="1125"/>
            </a:lvl8pPr>
            <a:lvl9pPr>
              <a:buNone/>
              <a:defRPr sz="1125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6EEE63C-CC08-4ED5-AD47-E1C5D8060DE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603" y="1435103"/>
            <a:ext cx="4011084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AFBBB45-DD21-4F32-9BC4-7F18A0F303B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BEF8315-8692-44C0-A3B9-794444F77A1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3806AE6-F012-407A-B9DE-87EA23962C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806BD2-9778-4E6B-88D2-1A36BC11A7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389717" y="4800600"/>
            <a:ext cx="73152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1125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B5316611-E851-4FB5-9A99-A9FFF3362C5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2389717" y="612775"/>
            <a:ext cx="73152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800"/>
            </a:lvl1pPr>
            <a:lvl2pPr marL="257175" indent="0">
              <a:buNone/>
              <a:defRPr sz="1575"/>
            </a:lvl2pPr>
            <a:lvl3pPr marL="514350" indent="0">
              <a:buNone/>
              <a:defRPr sz="1350"/>
            </a:lvl3pPr>
            <a:lvl4pPr marL="771525" indent="0">
              <a:buNone/>
              <a:defRPr sz="1125"/>
            </a:lvl4pPr>
            <a:lvl5pPr marL="1028700" indent="0">
              <a:buNone/>
              <a:defRPr sz="1125"/>
            </a:lvl5pPr>
            <a:lvl6pPr marL="1285875" indent="0">
              <a:buNone/>
              <a:defRPr sz="1125"/>
            </a:lvl6pPr>
            <a:lvl7pPr marL="1543050" indent="0">
              <a:buNone/>
              <a:defRPr sz="1125"/>
            </a:lvl7pPr>
            <a:lvl8pPr marL="1800225" indent="0">
              <a:buNone/>
              <a:defRPr sz="1125"/>
            </a:lvl8pPr>
            <a:lvl9pPr marL="2057400" indent="0">
              <a:buNone/>
              <a:defRPr sz="1125"/>
            </a:lvl9pPr>
          </a:lstStyle>
          <a:p xmlns:a="http://schemas.openxmlformats.org/drawingml/2006/main">
            <a:r>
              <a:t>Click icon to add picture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33CA787-D8A5-4955-90D1-C4C0BEEC69B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389717" y="5367338"/>
            <a:ext cx="73152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06B1E6A-384C-463A-A982-960A5C4708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4E58FBF-F28D-4FEA-A506-57863D1ED27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213BC78-BB8B-42B3-83EE-5B70532FC3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E61D515-8138-4520-A85A-60543F78FFE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B89CC91-106F-460A-A487-A65A9DF9D08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A63FC6F-1B1C-4978-BFA8-CBB192CA0F6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062497E-33FA-406F-B37E-06E033EE433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A504CD4-17C0-4E25-94B5-26BD2E4489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889C1A1B-0DA9-481F-9ECC-D9408BB733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839200" y="274643"/>
            <a:ext cx="27432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99DE6AB-856F-48E8-B1A4-80E9BB42850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274643"/>
            <a:ext cx="8026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F6BFF72-069F-4691-8D5A-884890C306A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7BBC74C-7797-44A0-B1A3-4B9A0624712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61A9D64-08D6-4E19-BF32-563AD0599B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e7b0080c055f428c" /><Relationship Type="http://schemas.openxmlformats.org/officeDocument/2006/relationships/theme" Target="/ppt/slideMasters/theme/theme2.xml" Id="R255e3d583424416c" /><Relationship Type="http://schemas.openxmlformats.org/officeDocument/2006/relationships/slideLayout" Target="/ppt/slideLayouts/slideLayout1.xml" Id="R712ca02881ec4429" /><Relationship Type="http://schemas.openxmlformats.org/officeDocument/2006/relationships/slideLayout" Target="/ppt/slideLayouts/slideLayout2.xml" Id="Rd5ac858a52f84807" /><Relationship Type="http://schemas.openxmlformats.org/officeDocument/2006/relationships/slideLayout" Target="/ppt/slideLayouts/slideLayout3.xml" Id="Rb4ddc8b397d041c9" /><Relationship Type="http://schemas.openxmlformats.org/officeDocument/2006/relationships/slideLayout" Target="/ppt/slideLayouts/slideLayout4.xml" Id="Rc07b3e05410743c4" /><Relationship Type="http://schemas.openxmlformats.org/officeDocument/2006/relationships/slideLayout" Target="/ppt/slideLayouts/slideLayout5.xml" Id="R30fdd71cbd4041c8" /><Relationship Type="http://schemas.openxmlformats.org/officeDocument/2006/relationships/slideLayout" Target="/ppt/slideLayouts/slideLayout6.xml" Id="R155de9c40897419b" /><Relationship Type="http://schemas.openxmlformats.org/officeDocument/2006/relationships/slideLayout" Target="/ppt/slideLayouts/slideLayout7.xml" Id="R11d3e294a4bf4689" /><Relationship Type="http://schemas.openxmlformats.org/officeDocument/2006/relationships/slideLayout" Target="/ppt/slideLayouts/slideLayout8.xml" Id="R01a6973bdbab4280" /><Relationship Type="http://schemas.openxmlformats.org/officeDocument/2006/relationships/slideLayout" Target="/ppt/slideLayouts/slideLayout9.xml" Id="R40964c8630964d95" /><Relationship Type="http://schemas.openxmlformats.org/officeDocument/2006/relationships/slideLayout" Target="/ppt/slideLayouts/slideLayout10.xml" Id="R6e70e66839884991" /><Relationship Type="http://schemas.openxmlformats.org/officeDocument/2006/relationships/slideLayout" Target="/ppt/slideLayouts/slideLayout11.xml" Id="Rb836103fdd7c4ea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F635B4A6-5CBB-40E0-A1F1-BE98E181A7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274638"/>
            <a:ext cx="109728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2CD0803-FFD4-4739-BEEB-D7C3971BDB9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600205"/>
            <a:ext cx="109728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36C128A-F921-4247-B243-531033BD2A6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09600" y="6356355"/>
            <a:ext cx="284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0AB9F66-4967-4A18-8A3D-4B350CDBF6D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165600" y="6356355"/>
            <a:ext cx="3860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78F1817-2CC8-4280-AA2D-A48F84875B3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737600" y="6356355"/>
            <a:ext cx="284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  <p:pic>
        <p:nvPicPr>
          <p:cNvPr id="11" name="Picture 10">
            <a:extLst xmlns:a="http://schemas.openxmlformats.org/drawingml/2006/main">
              <a:ext uri="{FF2B5EF4-FFF2-40B4-BE49-F238E27FC236}">
                <a16:creationId xmlns:a16="http://schemas.microsoft.com/office/drawing/2014/main" id="{215E6735-E540-4254-874D-57171795B61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b0080c055f42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112386" y="5899161"/>
            <a:ext cx="1590269" cy="1574800"/>
          </a:xfrm>
          <a:prstGeom xmlns:a="http://schemas.openxmlformats.org/drawingml/2006/main"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12ca02881ec4429"/>
    <p:sldLayoutId xmlns:r="http://schemas.openxmlformats.org/officeDocument/2006/relationships" id="2147483650" r:id="Rd5ac858a52f84807"/>
    <p:sldLayoutId xmlns:r="http://schemas.openxmlformats.org/officeDocument/2006/relationships" id="2147483651" r:id="Rb4ddc8b397d041c9"/>
    <p:sldLayoutId xmlns:r="http://schemas.openxmlformats.org/officeDocument/2006/relationships" id="2147483652" r:id="Rc07b3e05410743c4"/>
    <p:sldLayoutId xmlns:r="http://schemas.openxmlformats.org/officeDocument/2006/relationships" id="2147483653" r:id="R30fdd71cbd4041c8"/>
    <p:sldLayoutId xmlns:r="http://schemas.openxmlformats.org/officeDocument/2006/relationships" id="2147483654" r:id="R155de9c40897419b"/>
    <p:sldLayoutId xmlns:r="http://schemas.openxmlformats.org/officeDocument/2006/relationships" id="2147483655" r:id="R11d3e294a4bf4689"/>
    <p:sldLayoutId xmlns:r="http://schemas.openxmlformats.org/officeDocument/2006/relationships" id="2147483656" r:id="R01a6973bdbab4280"/>
    <p:sldLayoutId xmlns:r="http://schemas.openxmlformats.org/officeDocument/2006/relationships" id="2147483657" r:id="R40964c8630964d95"/>
    <p:sldLayoutId xmlns:r="http://schemas.openxmlformats.org/officeDocument/2006/relationships" id="2147483658" r:id="R6e70e66839884991"/>
    <p:sldLayoutId xmlns:r="http://schemas.openxmlformats.org/officeDocument/2006/relationships" id="2147483659" r:id="Rb836103fdd7c4ea5"/>
  </p:sldLayoutIdLst>
  <p:txStyles>
    <p:titleStyle>
      <a:lvl1pPr xmlns:a="http://schemas.openxmlformats.org/drawingml/2006/main" algn="ctr" defTabSz="257175">
        <a:spcBef>
          <a:spcPct val="0"/>
        </a:spcBef>
        <a:buNone/>
        <a:defRPr sz="4000" kern="1200">
          <a:solidFill>
            <a:srgbClr val="C19B57"/>
          </a:solidFill>
          <a:latin typeface="Orbitron"/>
          <a:ea typeface="Orbitron"/>
          <a:cs typeface="Orbitron"/>
        </a:defRPr>
      </a:lvl1pPr>
    </p:titleStyle>
    <p:bodyStyle>
      <a:lvl1pPr xmlns:a="http://schemas.openxmlformats.org/drawingml/2006/main" marL="192881" indent="-192881" algn="l" defTabSz="257175">
        <a:spcBef>
          <a:spcPct val="20000"/>
        </a:spcBef>
        <a:buFont typeface="Arial"/>
        <a:buChar char="•"/>
        <a:defRPr sz="2800" kern="1200">
          <a:solidFill>
            <a:schemeClr val="tx1"/>
          </a:solidFill>
          <a:latin typeface="Source Sans 3"/>
          <a:ea typeface="Source Sans 3"/>
          <a:cs typeface="Source Sans 3"/>
        </a:defRPr>
      </a:lvl1pPr>
      <a:lvl2pPr xmlns:a="http://schemas.openxmlformats.org/drawingml/2006/main" marL="417910" indent="-160735" algn="l" defTabSz="257175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Source Sans 3"/>
          <a:ea typeface="Source Sans 3"/>
          <a:cs typeface="Source Sans 3"/>
        </a:defRPr>
      </a:lvl2pPr>
      <a:lvl3pPr xmlns:a="http://schemas.openxmlformats.org/drawingml/2006/main" marL="642938" indent="-128588" algn="l" defTabSz="257175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Source Sans 3"/>
          <a:ea typeface="Source Sans 3"/>
          <a:cs typeface="Source Sans 3"/>
        </a:defRPr>
      </a:lvl3pPr>
      <a:lvl4pPr xmlns:a="http://schemas.openxmlformats.org/drawingml/2006/main" marL="900113" indent="-128588" algn="l" defTabSz="257175">
        <a:spcBef>
          <a:spcPct val="20000"/>
        </a:spcBef>
        <a:buFont typeface="Arial"/>
        <a:buChar char="–"/>
        <a:defRPr sz="1600" kern="1200">
          <a:solidFill>
            <a:schemeClr val="tx1"/>
          </a:solidFill>
          <a:latin typeface="Source Sans 3"/>
          <a:ea typeface="Source Sans 3"/>
          <a:cs typeface="Source Sans 3"/>
        </a:defRPr>
      </a:lvl4pPr>
      <a:lvl5pPr xmlns:a="http://schemas.openxmlformats.org/drawingml/2006/main" marL="1157288" indent="-128588" algn="l" defTabSz="257175">
        <a:spcBef>
          <a:spcPct val="20000"/>
        </a:spcBef>
        <a:buFont typeface="Arial"/>
        <a:buChar char="»"/>
        <a:defRPr sz="1600" kern="1200">
          <a:solidFill>
            <a:schemeClr val="tx1"/>
          </a:solidFill>
          <a:latin typeface="Source Sans 3"/>
          <a:ea typeface="Source Sans 3"/>
          <a:cs typeface="Source Sans 3"/>
        </a:defRPr>
      </a:lvl5pPr>
      <a:lvl6pPr xmlns:a="http://schemas.openxmlformats.org/drawingml/2006/main" marL="1414463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671638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928813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185988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5717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51435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77152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02870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28587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54305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80022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05740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EMMW Tech Bronze Theme Widescree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b15eda92994ce9" /><Relationship Type="http://schemas.openxmlformats.org/officeDocument/2006/relationships/notesSlide" Target="/ppt/notesSlides/notesSlide1.xml" Id="R32aa37c7cb204fa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dd991c35eff4fee" /><Relationship Type="http://schemas.openxmlformats.org/officeDocument/2006/relationships/notesSlide" Target="/ppt/notesSlides/notesSlide2.xml" Id="R717798204bf5468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4fe251eddc4453a" /><Relationship Type="http://schemas.openxmlformats.org/officeDocument/2006/relationships/image" Target="/ppt/media/image2.png" Id="R28cd5440f03a413b" /><Relationship Type="http://schemas.openxmlformats.org/officeDocument/2006/relationships/notesSlide" Target="/ppt/notesSlides/notesSlide3.xml" Id="Re8d39e251070452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fa77b15acdc444f" /><Relationship Type="http://schemas.openxmlformats.org/officeDocument/2006/relationships/notesSlide" Target="/ppt/notesSlides/notesSlide4.xml" Id="Ra636fdd95fb14d9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256d00b835c4daf" /><Relationship Type="http://schemas.openxmlformats.org/officeDocument/2006/relationships/notesSlide" Target="/ppt/notesSlides/notesSlide5.xml" Id="Radebe9b57c0a41e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d8fcdfda433464b" /><Relationship Type="http://schemas.openxmlformats.org/officeDocument/2006/relationships/image" Target="/ppt/media/image3.png" Id="Rff806b95d304452d" /><Relationship Type="http://schemas.openxmlformats.org/officeDocument/2006/relationships/notesSlide" Target="/ppt/notesSlides/notesSlide6.xml" Id="R8bf54f0a8c7e49d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15de6cab7444d1" /><Relationship Type="http://schemas.openxmlformats.org/officeDocument/2006/relationships/notesSlide" Target="/ppt/notesSlides/notesSlide7.xml" Id="Ra93bf419b854426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0de78a479b043af" /><Relationship Type="http://schemas.openxmlformats.org/officeDocument/2006/relationships/image" Target="/ppt/media/image4.png" Id="R89776aef6117454c" /><Relationship Type="http://schemas.openxmlformats.org/officeDocument/2006/relationships/notesSlide" Target="/ppt/notesSlides/notesSlide8.xml" Id="R943c069beae14a3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b556104b608448f" /><Relationship Type="http://schemas.openxmlformats.org/officeDocument/2006/relationships/notesSlide" Target="/ppt/notesSlides/notesSlide9.xml" Id="R6947b60e50db4e1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e211d50a4cb4649" /><Relationship Type="http://schemas.openxmlformats.org/officeDocument/2006/relationships/image" Target="/ppt/media/image5.png" Id="R6fcbf000d4084c97" /><Relationship Type="http://schemas.openxmlformats.org/officeDocument/2006/relationships/notesSlide" Target="/ppt/notesSlides/notesSlide10.xml" Id="R8ce48f55473f468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c79b0f26b604768" /><Relationship Type="http://schemas.openxmlformats.org/officeDocument/2006/relationships/notesSlide" Target="/ppt/notesSlides/notesSlide11.xml" Id="R409c02127b9749a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d2cc0a841114931" /><Relationship Type="http://schemas.openxmlformats.org/officeDocument/2006/relationships/image" Target="/ppt/media/image6.png" Id="R64fb1a5025e64a10" /><Relationship Type="http://schemas.openxmlformats.org/officeDocument/2006/relationships/notesSlide" Target="/ppt/notesSlides/notesSlide12.xml" Id="R682450ea42f74f5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c93feee19d4b83" /><Relationship Type="http://schemas.openxmlformats.org/officeDocument/2006/relationships/notesSlide" Target="/ppt/notesSlides/notesSlide13.xml" Id="Rf9015826868f424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9f2d75e06a9438c" /><Relationship Type="http://schemas.openxmlformats.org/officeDocument/2006/relationships/image" Target="/ppt/media/image7.png" Id="R14a1ee242c464476" /><Relationship Type="http://schemas.openxmlformats.org/officeDocument/2006/relationships/notesSlide" Target="/ppt/notesSlides/notesSlide14.xml" Id="R6a44498827fe48d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fcd5937f7e24c26" /><Relationship Type="http://schemas.openxmlformats.org/officeDocument/2006/relationships/notesSlide" Target="/ppt/notesSlides/notesSlide15.xml" Id="R6d79bb98e90e4c0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73645b80cd4f9e" /><Relationship Type="http://schemas.openxmlformats.org/officeDocument/2006/relationships/notesSlide" Target="/ppt/notesSlides/notesSlide16.xml" Id="Re19cfa04801e4f1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 3">
            <a:extLst xmlns:a="http://schemas.openxmlformats.org/drawingml/2006/main">
              <a:ext uri="{FF2B5EF4-FFF2-40B4-BE49-F238E27FC236}">
                <a16:creationId xmlns:a16="http://schemas.microsoft.com/office/drawing/2014/main" id="{545A441A-7637-3DF3-0B4A-831210D6348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Module 3 Item Editor Binding</a:t>
            </a:r>
            <a:endParaRPr/>
          </a:p>
        </p:txBody>
      </p:sp>
      <p:sp>
        <p:nvSpPr>
          <p:cNvPr id="5" name="Subtitle 4">
            <a:extLst xmlns:a="http://schemas.openxmlformats.org/drawingml/2006/main">
              <a:ext uri="{FF2B5EF4-FFF2-40B4-BE49-F238E27FC236}">
                <a16:creationId xmlns:a16="http://schemas.microsoft.com/office/drawing/2014/main" id="{4ACC02DA-BF9B-57F9-BEC0-E5AE4CC39ED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IoT Project Cost Estimator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40754002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0477C1B-1F46-42BC-ABBD-7A506430E60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Move form values into a view model.</a:t>
            </a:r>
          </a:p>
          <a:p xmlns:a="http://schemas.openxmlformats.org/drawingml/2006/main">
            <a:pPr lvl="0">
              <a:buNone/>
            </a:pPr>
            <a:r>
              <a:t>Bind the Entries to those values.</a:t>
            </a:r>
          </a:p>
          <a:p xmlns:a="http://schemas.openxmlformats.org/drawingml/2006/main">
            <a:pPr lvl="0">
              <a:buNone/>
            </a:pPr>
            <a:r>
              <a:t>Show a live cost total.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you will build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20157879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0477C1B-1F46-42BC-ABBD-7A506430E60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BindingContext tells a view which object supplies values.</a:t>
            </a:r>
          </a:p>
          <a:p xmlns:a="http://schemas.openxmlformats.org/drawingml/2006/main">
            <a:pPr lvl="0">
              <a:buNone/>
            </a:pPr>
            <a:r>
              <a:t>A binding path names a property on that object.</a:t>
            </a:r>
          </a:p>
          <a:p xmlns:a="http://schemas.openxmlformats.org/drawingml/2006/main">
            <a:pPr lvl="0">
              <a:buNone/>
            </a:pPr>
            <a:r>
              <a:t>The view model reports changes so labels update.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Bindings connect a view to C# state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A4E063-9885-4B37-AAC2-7D69576616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cd5440f03a413b"/>
          <a:stretch xmlns:a="http://schemas.openxmlformats.org/drawingml/2006/main"/>
        </p:blipFill>
        <p:spPr>
          <a:xfrm xmlns:a="http://schemas.openxmlformats.org/drawingml/2006/main">
            <a:off x="3387634" y="3190875"/>
            <a:ext cx="5416731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765589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0477C1B-1F46-42BC-ABBD-7A506430E60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Entry.Text can send typed text to a view model.</a:t>
            </a:r>
          </a:p>
          <a:p xmlns:a="http://schemas.openxmlformats.org/drawingml/2006/main">
            <a:pPr lvl="0">
              <a:buNone/>
            </a:pPr>
            <a:r>
              <a:t>A Label can read a calculated result from it.</a:t>
            </a:r>
          </a:p>
          <a:p xmlns:a="http://schemas.openxmlformats.org/drawingml/2006/main">
            <a:pPr lvl="0">
              <a:buNone/>
            </a:pPr>
            <a:r>
              <a:t>The same binding rules also fill an edit form.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From C# to the screen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59923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0477C1B-1F46-42BC-ABBD-7A506430E60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BindingContext names the data source.</a:t>
            </a:r>
          </a:p>
          <a:p xmlns:a="http://schemas.openxmlformats.org/drawingml/2006/main">
            <a:pPr lvl="0">
              <a:buNone/>
            </a:pPr>
            <a:r>
              <a:t>A two-way binding moves an Entry value both ways.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2: BindingContext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3996944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0477C1B-1F46-42BC-ABBD-7A506430E60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Title appears in the bound property.</a:t>
            </a:r>
          </a:p>
          <a:p xmlns:a="http://schemas.openxmlformats.org/drawingml/2006/main">
            <a:pPr lvl="0">
              <a:buNone/>
            </a:pPr>
            <a:r>
              <a:t>The page still looks the same.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2: What changed?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BADBB5-594A-4792-BDFA-EF4D7079B64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806b95d304452d"/>
          <a:stretch xmlns:a="http://schemas.openxmlformats.org/drawingml/2006/main"/>
        </p:blipFill>
        <p:spPr>
          <a:xfrm xmlns:a="http://schemas.openxmlformats.org/drawingml/2006/main">
            <a:off x="3387634" y="3190875"/>
            <a:ext cx="5416731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726264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0477C1B-1F46-42BC-ABBD-7A506430E60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A changed C# value must notify the view.</a:t>
            </a:r>
          </a:p>
          <a:p xmlns:a="http://schemas.openxmlformats.org/drawingml/2006/main">
            <a:pPr lvl="0">
              <a:buNone/>
            </a:pPr>
            <a:r>
              <a:t>INotifyPropertyChanged sends that notice.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3: Property notification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59238782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0477C1B-1F46-42BC-ABBD-7A506430E60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The view reflects a changed property.</a:t>
            </a:r>
          </a:p>
          <a:p xmlns:a="http://schemas.openxmlformats.org/drawingml/2006/main">
            <a:pPr lvl="0">
              <a:buNone/>
            </a:pPr>
            <a:r>
              <a:t>Typing still changes the view-model value.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3: What changed?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EC37D7-4962-4BE6-8620-774FD825160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776aef6117454c"/>
          <a:stretch xmlns:a="http://schemas.openxmlformats.org/drawingml/2006/main"/>
        </p:blipFill>
        <p:spPr>
          <a:xfrm xmlns:a="http://schemas.openxmlformats.org/drawingml/2006/main">
            <a:off x="3387634" y="3190875"/>
            <a:ext cx="5416731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4745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0477C1B-1F46-42BC-ABBD-7A506430E60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Copy the selected item into the view model.</a:t>
            </a:r>
          </a:p>
          <a:p xmlns:a="http://schemas.openxmlformats.org/drawingml/2006/main">
            <a:pPr lvl="0">
              <a:buNone/>
            </a:pPr>
            <a:r>
              <a:t>Bindings put those values in the Entries.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5: Edit prefill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1472359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0477C1B-1F46-42BC-ABBD-7A506430E60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Edit opens with the row values.</a:t>
            </a:r>
          </a:p>
          <a:p xmlns:a="http://schemas.openxmlformats.org/drawingml/2006/main">
            <a:pPr lvl="0">
              <a:buNone/>
            </a:pPr>
            <a:r>
              <a:t>Cancel leaves the original item.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5: What changed?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F2C46D-2688-4997-823D-17678096B7C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cbf000d4084c97"/>
          <a:stretch xmlns:a="http://schemas.openxmlformats.org/drawingml/2006/main"/>
        </p:blipFill>
        <p:spPr>
          <a:xfrm xmlns:a="http://schemas.openxmlformats.org/drawingml/2006/main">
            <a:off x="3387634" y="3190875"/>
            <a:ext cx="5416731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724097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0477C1B-1F46-42BC-ABBD-7A506430E60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Calculate after cost or quantity changes.</a:t>
            </a:r>
          </a:p>
          <a:p xmlns:a="http://schemas.openxmlformats.org/drawingml/2006/main">
            <a:pPr lvl="0">
              <a:buNone/>
            </a:pPr>
            <a:r>
              <a:t>Notify the TotalText binding.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6: Live total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4712323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0477C1B-1F46-42BC-ABBD-7A506430E60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The total changes while the user types.</a:t>
            </a:r>
          </a:p>
          <a:p xmlns:a="http://schemas.openxmlformats.org/drawingml/2006/main">
            <a:pPr lvl="0">
              <a:buNone/>
            </a:pPr>
            <a:r>
              <a:t>Invalid numbers show a helpful message.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6: What changed?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42D977-88BA-49A5-9D3C-6AC855B2BA0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fb1a5025e64a10"/>
          <a:stretch xmlns:a="http://schemas.openxmlformats.org/drawingml/2006/main"/>
        </p:blipFill>
        <p:spPr>
          <a:xfrm xmlns:a="http://schemas.openxmlformats.org/drawingml/2006/main">
            <a:off x="3387634" y="3190875"/>
            <a:ext cx="5416731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263781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0477C1B-1F46-42BC-ABBD-7A506430E60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x:DataType checks binding names at build time.</a:t>
            </a:r>
          </a:p>
          <a:p xmlns:a="http://schemas.openxmlformats.org/drawingml/2006/main">
            <a:pPr lvl="0">
              <a:buNone/>
            </a:pPr>
            <a:r>
              <a:t>A wrong property name becomes a build issue.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8: Typed bindings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9308759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0477C1B-1F46-42BC-ABBD-7A506430E60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The page builds with typed bindings.</a:t>
            </a:r>
          </a:p>
          <a:p xmlns:a="http://schemas.openxmlformats.org/drawingml/2006/main">
            <a:pPr lvl="0">
              <a:buNone/>
            </a:pPr>
            <a:r>
              <a:t>All five Entries still bind.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8: What changed?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393F07-F451-43DA-9BAE-CFA62421413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a1ee242c464476"/>
          <a:stretch xmlns:a="http://schemas.openxmlformats.org/drawingml/2006/main"/>
        </p:blipFill>
        <p:spPr>
          <a:xfrm xmlns:a="http://schemas.openxmlformats.org/drawingml/2006/main">
            <a:off x="3387634" y="3190875"/>
            <a:ext cx="5416731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39007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0477C1B-1F46-42BC-ABBD-7A506430E60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I can trace Entry.Text to a view-model property.</a:t>
            </a:r>
          </a:p>
          <a:p xmlns:a="http://schemas.openxmlformats.org/drawingml/2006/main">
            <a:pPr lvl="0">
              <a:buNone/>
            </a:pPr>
            <a:r>
              <a:t>I can explain why PropertyChanged updates the total.</a:t>
            </a:r>
          </a:p>
          <a:p xmlns:a="http://schemas.openxmlformats.org/drawingml/2006/main">
            <a:pPr lvl="0">
              <a:buNone/>
            </a:pPr>
            <a:r>
              <a:t>I can use x:DataType to check binding names.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you can now explain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556492759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0477C1B-1F46-42BC-ABBD-7A506430E60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Data binding and MVVM</a:t>
            </a:r>
          </a:p>
          <a:p xmlns:a="http://schemas.openxmlformats.org/drawingml/2006/main">
            <a:pPr lvl="0">
              <a:buNone/>
            </a:pPr>
            <a:r>
              <a:t>Search Microsoft Learn for this topic.</a:t>
            </a:r>
          </a:p>
          <a:p xmlns:a="http://schemas.openxmlformats.org/drawingml/2006/main">
            <a:pPr lvl="0">
              <a:buNone/>
            </a:pPr>
            <a:r>
              <a:t>Try one example in a small test page.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Read more in MAUI documentation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317119068"/>
      </p:ext>
    </p:extLst>
  </p:cSld>
</p:sld>
</file>

<file path=ppt/theme/theme1.xml><?xml version="1.0" encoding="utf-8"?>
<a:theme xmlns:a="http://schemas.openxmlformats.org/drawingml/2006/main" name="EMMW Tech Bronze Theme Widescree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2026-10-15T21:18:54.9030000Z</dcterms:created>
  <dcterms:modified xsi:type="dcterms:W3CDTF">2026-10-15T21:18:54.9030000Z</dcterms:modified>
</coreProperties>
</file>