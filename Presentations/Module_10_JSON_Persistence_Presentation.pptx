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bcd58325324d29" /><Relationship Type="http://schemas.openxmlformats.org/officeDocument/2006/relationships/extended-properties" Target="/docProps/app.xml" Id="R19f0724994b4435b" /><Relationship Type="http://schemas.openxmlformats.org/officeDocument/2006/relationships/officeDocument" Target="/ppt/presentation.xml" Id="R790718707ff841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84ec34947f4816"/>
  </p:sldMasterIdLst>
  <p:notesMasterIdLst>
    <p:notesMasterId xmlns:r="http://schemas.openxmlformats.org/officeDocument/2006/relationships" r:id="Rbb73de8c6b75405d"/>
  </p:notesMasterIdLst>
  <p:sldIdLst>
    <p:sldId xmlns:r="http://schemas.openxmlformats.org/officeDocument/2006/relationships" id="256" r:id="R57867b87d4ef4291"/>
    <p:sldId xmlns:r="http://schemas.openxmlformats.org/officeDocument/2006/relationships" id="257" r:id="R234a49285aef41ae"/>
    <p:sldId xmlns:r="http://schemas.openxmlformats.org/officeDocument/2006/relationships" id="258" r:id="Rb830862c56074037"/>
    <p:sldId xmlns:r="http://schemas.openxmlformats.org/officeDocument/2006/relationships" id="259" r:id="Re568ec5adfd04404"/>
    <p:sldId xmlns:r="http://schemas.openxmlformats.org/officeDocument/2006/relationships" id="260" r:id="Rde28fd804a59470f"/>
    <p:sldId xmlns:r="http://schemas.openxmlformats.org/officeDocument/2006/relationships" id="261" r:id="R6f8d9c138fcc4e40"/>
    <p:sldId xmlns:r="http://schemas.openxmlformats.org/officeDocument/2006/relationships" id="262" r:id="R7b505f826f31432f"/>
    <p:sldId xmlns:r="http://schemas.openxmlformats.org/officeDocument/2006/relationships" id="263" r:id="Re9a665e94f23452a"/>
    <p:sldId xmlns:r="http://schemas.openxmlformats.org/officeDocument/2006/relationships" id="264" r:id="R0ef2e6f0f62c4bdc"/>
    <p:sldId xmlns:r="http://schemas.openxmlformats.org/officeDocument/2006/relationships" id="265" r:id="R7e42e9e8ca6c425d"/>
    <p:sldId xmlns:r="http://schemas.openxmlformats.org/officeDocument/2006/relationships" id="266" r:id="R2607da1e45574037"/>
    <p:sldId xmlns:r="http://schemas.openxmlformats.org/officeDocument/2006/relationships" id="267" r:id="Re840db5752ff450d"/>
    <p:sldId xmlns:r="http://schemas.openxmlformats.org/officeDocument/2006/relationships" id="268" r:id="R2c1931a09c7d4535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eb210b3772454e" /><Relationship Type="http://schemas.openxmlformats.org/officeDocument/2006/relationships/slideMaster" Target="/ppt/slideMasters/slideMaster1.xml" Id="R9384ec34947f4816" /><Relationship Type="http://schemas.openxmlformats.org/officeDocument/2006/relationships/notesMaster" Target="/ppt/notesMasters/notesMaster1.xml" Id="Rbb73de8c6b75405d" /><Relationship Type="http://schemas.openxmlformats.org/officeDocument/2006/relationships/presProps" Target="/ppt/presProps.xml" Id="R1ce50a8ed6d64cfa" /><Relationship Type="http://schemas.openxmlformats.org/officeDocument/2006/relationships/viewProps" Target="/ppt/viewProps.xml" Id="Ra92fc9086ed24067" /><Relationship Type="http://schemas.openxmlformats.org/officeDocument/2006/relationships/tableStyles" Target="/ppt/tableStyles.xml" Id="Rdbb8bbeae34c41e9" /><Relationship Type="http://schemas.openxmlformats.org/officeDocument/2006/relationships/slide" Target="/ppt/slides/slide1.xml" Id="R57867b87d4ef4291" /><Relationship Type="http://schemas.openxmlformats.org/officeDocument/2006/relationships/slide" Target="/ppt/slides/slide2.xml" Id="R234a49285aef41ae" /><Relationship Type="http://schemas.openxmlformats.org/officeDocument/2006/relationships/slide" Target="/ppt/slides/slide3.xml" Id="Rb830862c56074037" /><Relationship Type="http://schemas.openxmlformats.org/officeDocument/2006/relationships/slide" Target="/ppt/slides/slide4.xml" Id="Re568ec5adfd04404" /><Relationship Type="http://schemas.openxmlformats.org/officeDocument/2006/relationships/slide" Target="/ppt/slides/slide5.xml" Id="Rde28fd804a59470f" /><Relationship Type="http://schemas.openxmlformats.org/officeDocument/2006/relationships/slide" Target="/ppt/slides/slide6.xml" Id="R6f8d9c138fcc4e40" /><Relationship Type="http://schemas.openxmlformats.org/officeDocument/2006/relationships/slide" Target="/ppt/slides/slide7.xml" Id="R7b505f826f31432f" /><Relationship Type="http://schemas.openxmlformats.org/officeDocument/2006/relationships/slide" Target="/ppt/slides/slide8.xml" Id="Re9a665e94f23452a" /><Relationship Type="http://schemas.openxmlformats.org/officeDocument/2006/relationships/slide" Target="/ppt/slides/slide9.xml" Id="R0ef2e6f0f62c4bdc" /><Relationship Type="http://schemas.openxmlformats.org/officeDocument/2006/relationships/slide" Target="/ppt/slides/slide10.xml" Id="R7e42e9e8ca6c425d" /><Relationship Type="http://schemas.openxmlformats.org/officeDocument/2006/relationships/slide" Target="/ppt/slides/slide11.xml" Id="R2607da1e45574037" /><Relationship Type="http://schemas.openxmlformats.org/officeDocument/2006/relationships/slide" Target="/ppt/slides/slide12.xml" Id="Re840db5752ff450d" /><Relationship Type="http://schemas.openxmlformats.org/officeDocument/2006/relationships/slide" Target="/ppt/slides/slide13.xml" Id="R2c1931a09c7d45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b129079d2e43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084654cb1c4264" /><Relationship Type="http://schemas.openxmlformats.org/officeDocument/2006/relationships/notesMaster" Target="/ppt/notesMasters/notesMaster1.xml" Id="Rb281e8ec63b743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bbf6629b7c54b0f" /><Relationship Type="http://schemas.openxmlformats.org/officeDocument/2006/relationships/notesMaster" Target="/ppt/notesMasters/notesMaster1.xml" Id="Rdd7ff4d1dd5440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54ec7f2790496b" /><Relationship Type="http://schemas.openxmlformats.org/officeDocument/2006/relationships/notesMaster" Target="/ppt/notesMasters/notesMaster1.xml" Id="R24f7a6393bfa4b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1d5485417e4cdd" /><Relationship Type="http://schemas.openxmlformats.org/officeDocument/2006/relationships/notesMaster" Target="/ppt/notesMasters/notesMaster1.xml" Id="Rc3b07833d7a54b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ab057fb3803445b" /><Relationship Type="http://schemas.openxmlformats.org/officeDocument/2006/relationships/notesMaster" Target="/ppt/notesMasters/notesMaster1.xml" Id="R5b5ea478e0c74b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656883b04b4e12" /><Relationship Type="http://schemas.openxmlformats.org/officeDocument/2006/relationships/notesMaster" Target="/ppt/notesMasters/notesMaster1.xml" Id="Rd004aca144cb4d6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857e4b2e38d4017" /><Relationship Type="http://schemas.openxmlformats.org/officeDocument/2006/relationships/notesMaster" Target="/ppt/notesMasters/notesMaster1.xml" Id="R6dd352dd75dc43e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6424718d59401a" /><Relationship Type="http://schemas.openxmlformats.org/officeDocument/2006/relationships/notesMaster" Target="/ppt/notesMasters/notesMaster1.xml" Id="Rc5da202305a441b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58f651cd3e84a78" /><Relationship Type="http://schemas.openxmlformats.org/officeDocument/2006/relationships/notesMaster" Target="/ppt/notesMasters/notesMaster1.xml" Id="R6e31224b51954e5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23a1bd4225b4261" /><Relationship Type="http://schemas.openxmlformats.org/officeDocument/2006/relationships/notesMaster" Target="/ppt/notesMasters/notesMaster1.xml" Id="R7759b5cf9a9541a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950493d6b6c4e86" /><Relationship Type="http://schemas.openxmlformats.org/officeDocument/2006/relationships/notesMaster" Target="/ppt/notesMasters/notesMaster1.xml" Id="Read60bcb686a4a6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53228fce443490d" /><Relationship Type="http://schemas.openxmlformats.org/officeDocument/2006/relationships/notesMaster" Target="/ppt/notesMasters/notesMaster1.xml" Id="Rb2500b0293f14fa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6a55bcfc43645e3" /><Relationship Type="http://schemas.openxmlformats.org/officeDocument/2006/relationships/notesMaster" Target="/ppt/notesMasters/notesMaster1.xml" Id="R8ca4ddd0a6e144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Module 10. Open the matching Word tutorial after the exercise overview.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work for Module 10. Show the expected app result before students start. Source: Module 10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1: explain these concepts. Ask students to predict what the change will do. Then open Step 1 in the Word tutorial. Source: Module 10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1: run the app or inspect the code. Ask students to explain the observed result. Source: Module 10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2: explain these concepts. Ask students to predict what the change will do. Then open Step 2 in the Word tutorial. Source: Module 10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2: run the app or inspect the code. Ask students to explain the observed result. Source: Module 10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3: explain these concepts. Ask students to predict what the change will do. Then open Step 3 in the Word tutorial. Source: Module 10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3: run the app or inspect the code. Ask students to explain the observed result. Source: Module 10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4: explain these concepts. Ask students to predict what the change will do. Then open Step 4 in the Word tutorial. Source: Module 10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4: run the app or inspect the code. Ask students to explain the observed result. Source: Module 10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5: explain these concepts. Ask students to predict what the change will do. Then open Step 5 in the Word tutorial. Source: Module 10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5: run the app or inspect the code. Ask students to explain the observed result. Source: Module 10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final tutorial checklist. Ask students to explain the module concept without reading code. Source: Module 10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dd6e64b9444087" /><Relationship Type="http://schemas.openxmlformats.org/officeDocument/2006/relationships/image" Target="/ppt/media/image.png" Id="Rcc4bb3233a9e4a9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767d3f351045e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aec77a3686444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b79b937c95476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1ab906c8854ca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27dcc1e95e4a8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0b40e07d674d6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7aee91ebfc4b5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aac3486b4b495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c979e2d3614b6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62c241127a4929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chemeClr val="tx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!!Rectangle">
            <a:extLst xmlns:a="http://schemas.openxmlformats.org/drawingml/2006/main">
              <a:ext uri="{FF2B5EF4-FFF2-40B4-BE49-F238E27FC236}">
                <a16:creationId xmlns:a16="http://schemas.microsoft.com/office/drawing/2014/main" id="{A8337851-1C2F-255A-B02C-62D7A1CC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9333950A-C79F-4D0C-BEF3-B477ADB582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4bb3233a9e4a9e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493" y="280600"/>
            <a:ext cx="7249014" cy="7178499"/>
          </a:xfrm>
          <a:prstGeom xmlns:a="http://schemas.openxmlformats.org/drawingml/2006/main" prst="rect">
            <a:avLst/>
          </a:prstGeom>
        </p:spPr>
      </p:pic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B19A28E-E483-5B65-D3DF-993E4D1E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120140" y="346791"/>
            <a:ext cx="146304" cy="7040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35CDC6E-08BA-8B17-B723-AEBCF894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41202"/>
            <a:ext cx="10506456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3175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5143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013" b="0" i="0" u="none" strike="noStrike" kern="1200" cap="none" spc="0" baseline="0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A71403F-EC5C-4929-8E1C-DE0BD8E2D10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2876" y="970226"/>
            <a:ext cx="10363200" cy="214947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4000" b="1" kern="1200">
                <a:solidFill>
                  <a:schemeClr val="bg1"/>
                </a:solidFill>
                <a:latin typeface="Orbitron"/>
                <a:ea typeface="Orbitron"/>
                <a:cs typeface="Orbitron"/>
              </a:defRPr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FC7538D-E37D-4789-87B2-6FBACA8166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912879" y="3396875"/>
            <a:ext cx="10363199" cy="26151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60735" indent="-160735" algn="l">
              <a:buFont typeface="Arial"/>
              <a:buChar char="•"/>
              <a:defRPr sz="2000" kern="1200">
                <a:solidFill>
                  <a:schemeClr val="bg1"/>
                </a:solidFill>
                <a:latin typeface="Montserrat"/>
                <a:ea typeface="Montserrat"/>
                <a:cs typeface="Montserrat"/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A717EDF-5FAA-4CD1-B8E1-D505727A63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A26104-98DD-4964-8BC6-98F2B4C00E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52F6DE3-5455-4D1B-A36F-6AED00EAE3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1042D97-83DB-BE5F-E8CD-8D278F42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271" y="546847"/>
            <a:ext cx="1016000" cy="25846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8514CD9-F679-4F74-B9A7-3E0301EE9B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FA04C11-D16A-4BC4-B5FB-700AB967EC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961292-A1F3-4CCD-978A-1082A52ECEF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A323583-89DC-44A7-B605-806EBE8918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30024" y="6356355"/>
            <a:ext cx="2211293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7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0C7C628-0AAB-49AB-BE88-61E915F715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5"/>
            <a:ext cx="103632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225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5A2D5B-A526-45F2-8A90-475080A075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F43A5E-71A1-48CE-97A4-E7C035D2930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8A535D-A643-4B75-A49C-7F7F707561C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40F10B-3A96-4A44-9EA6-792C11E9E50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A276E9-58CB-4CC4-893F-7A322DE43E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D43BDDA-A767-43C4-884C-962AF910D27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84517D9-5D03-4BF8-B44C-37C396C7B7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91ABAC-036A-42C4-941B-290F35AB79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C791955-8E7A-4AB3-85DD-C03543A62C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8B6D50-0971-48D2-A76C-9CEE4776E7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F63C7DB-B3B4-4C10-919C-8AC08C4AA4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5A773F-B3F8-43E0-ADDD-0408DFCA6E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28DF0DA-68B8-41E1-BA4A-8FE0CC61666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2174875"/>
            <a:ext cx="5386917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538885A-D96F-4C46-8699-8E9750854FB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70" y="1535113"/>
            <a:ext cx="5389033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D702FB7-C287-4FDC-86E3-61B13416C6C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3370" y="2174875"/>
            <a:ext cx="5389033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D79FC36-4CBD-42F1-BD2C-538EAF4E7F1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AA5D2C3-0DC8-4CB3-9F41-94E3D0321D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20DB3D6-2B10-4907-AA3A-670A4F64E9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6889EBE-CBBA-4AC0-B576-B3F52DFA17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731B153-8D21-414F-A6DA-188B5F4BD1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4C9E04A-FD2F-4681-8860-7098598FF3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A0357F5-D93C-4D5F-9630-56FA349BA1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2091434-41E8-4E7E-8F92-0D75DFF50D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D14AE4-C238-49EC-9AF7-90FB6AF635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454927F-B5BB-4496-B744-F8AF8FEF57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F82BF4-1D18-466E-8399-94D7264961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3" y="273050"/>
            <a:ext cx="4011084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0BE39BC-27F9-4C3C-87B9-9DA29F94F0C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6733" y="273055"/>
            <a:ext cx="6815667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575"/>
            </a:lvl2pPr>
            <a:lvl3pPr>
              <a:buNone/>
              <a:defRPr sz="1350"/>
            </a:lvl3pPr>
            <a:lvl4pPr>
              <a:buNone/>
              <a:defRPr sz="1125"/>
            </a:lvl4pPr>
            <a:lvl5pPr>
              <a:buNone/>
              <a:defRPr sz="1125"/>
            </a:lvl5pPr>
            <a:lvl6pPr>
              <a:buNone/>
              <a:defRPr sz="1125"/>
            </a:lvl6pPr>
            <a:lvl7pPr>
              <a:buNone/>
              <a:defRPr sz="1125"/>
            </a:lvl7pPr>
            <a:lvl8pPr>
              <a:buNone/>
              <a:defRPr sz="1125"/>
            </a:lvl8pPr>
            <a:lvl9pPr>
              <a:buNone/>
              <a:defRPr sz="1125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C93194F-18E2-499C-8F3A-6AA813AE65C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3" y="1435103"/>
            <a:ext cx="4011084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CFC45EB-330C-49C7-8C49-9C778FEAFB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AB44EAC-6E43-4851-AE52-8FBD866B85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B3E460A-4318-4DB3-A16D-FD045F16FF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7954AC7-5514-4159-BC8C-D089B9EE6C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4832DB7E-232E-487A-8365-A53702C3B23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7" y="612775"/>
            <a:ext cx="73152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 xmlns:a="http://schemas.openxmlformats.org/drawingml/2006/main">
            <a:r>
              <a:t>Click icon to add picture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80A9F15-71E1-4090-BD6C-C3080CB66B4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7" y="5367338"/>
            <a:ext cx="73152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9C2BA74-F298-469B-8B8D-617439C8474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A9E3A0B-5726-4DAD-B278-40334E4AC72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05233D-D564-4048-8B15-787AD470C0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2562F4-F03A-44F8-A757-D6E3F2A0DC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BD58A74-98B4-4EE0-96B3-889A2F8806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2E1343A-826F-4E82-B984-A1EC5AAAA2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C600AF-3E3B-49AC-BC07-59F765BFFDE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27E458-5F28-4CC8-AC67-F660573563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5F717480-7855-4FF8-820D-F62DA2DB83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200" y="274643"/>
            <a:ext cx="27432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35C01C-EC96-48C3-BC55-D2165A5BD9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274643"/>
            <a:ext cx="8026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40EF4A5-5122-43C3-82FF-D05CD0A0B0C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3850DD-8F47-4C6F-B8E8-25518F3BDF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802AEC-1C85-4A44-B3EB-01D1040974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c2dfd52ef1bb482c" /><Relationship Type="http://schemas.openxmlformats.org/officeDocument/2006/relationships/theme" Target="/ppt/slideMasters/theme/theme2.xml" Id="Rfebb9aef1c434667" /><Relationship Type="http://schemas.openxmlformats.org/officeDocument/2006/relationships/slideLayout" Target="/ppt/slideLayouts/slideLayout1.xml" Id="R8c40f08dce2b4165" /><Relationship Type="http://schemas.openxmlformats.org/officeDocument/2006/relationships/slideLayout" Target="/ppt/slideLayouts/slideLayout2.xml" Id="R13be633cd98b4b13" /><Relationship Type="http://schemas.openxmlformats.org/officeDocument/2006/relationships/slideLayout" Target="/ppt/slideLayouts/slideLayout3.xml" Id="Rf8ef80c1ec4d4803" /><Relationship Type="http://schemas.openxmlformats.org/officeDocument/2006/relationships/slideLayout" Target="/ppt/slideLayouts/slideLayout4.xml" Id="R0b0b6ffc7dd54277" /><Relationship Type="http://schemas.openxmlformats.org/officeDocument/2006/relationships/slideLayout" Target="/ppt/slideLayouts/slideLayout5.xml" Id="R46e4c4864aeb4d60" /><Relationship Type="http://schemas.openxmlformats.org/officeDocument/2006/relationships/slideLayout" Target="/ppt/slideLayouts/slideLayout6.xml" Id="R3172ea02bc274c30" /><Relationship Type="http://schemas.openxmlformats.org/officeDocument/2006/relationships/slideLayout" Target="/ppt/slideLayouts/slideLayout7.xml" Id="R3023b8e489d745c7" /><Relationship Type="http://schemas.openxmlformats.org/officeDocument/2006/relationships/slideLayout" Target="/ppt/slideLayouts/slideLayout8.xml" Id="Rd848f9e336484bc4" /><Relationship Type="http://schemas.openxmlformats.org/officeDocument/2006/relationships/slideLayout" Target="/ppt/slideLayouts/slideLayout9.xml" Id="Rc789f2d5bde94c78" /><Relationship Type="http://schemas.openxmlformats.org/officeDocument/2006/relationships/slideLayout" Target="/ppt/slideLayouts/slideLayout10.xml" Id="R3c85d771a6554cf2" /><Relationship Type="http://schemas.openxmlformats.org/officeDocument/2006/relationships/slideLayout" Target="/ppt/slideLayouts/slideLayout11.xml" Id="R55d6397936b1403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9323461-E130-42DE-B161-A3E9417010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1F7ED49-6EFA-4537-9FBF-9D4D512721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5"/>
            <a:ext cx="109728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8C4A695-8561-4900-B1BF-5DBE4D098B4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442C498-9682-445C-8F21-5ADF52596D2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356355"/>
            <a:ext cx="3860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7EEE65-969D-48B4-82AE-2335FD6947D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FD204C48-5189-4F43-9451-046C457D50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dfd52ef1bb48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12386" y="5899161"/>
            <a:ext cx="1590269" cy="1574800"/>
          </a:xfrm>
          <a:prstGeom xmlns:a="http://schemas.openxmlformats.org/drawingml/2006/main"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40f08dce2b4165"/>
    <p:sldLayoutId xmlns:r="http://schemas.openxmlformats.org/officeDocument/2006/relationships" id="2147483650" r:id="R13be633cd98b4b13"/>
    <p:sldLayoutId xmlns:r="http://schemas.openxmlformats.org/officeDocument/2006/relationships" id="2147483651" r:id="Rf8ef80c1ec4d4803"/>
    <p:sldLayoutId xmlns:r="http://schemas.openxmlformats.org/officeDocument/2006/relationships" id="2147483652" r:id="R0b0b6ffc7dd54277"/>
    <p:sldLayoutId xmlns:r="http://schemas.openxmlformats.org/officeDocument/2006/relationships" id="2147483653" r:id="R46e4c4864aeb4d60"/>
    <p:sldLayoutId xmlns:r="http://schemas.openxmlformats.org/officeDocument/2006/relationships" id="2147483654" r:id="R3172ea02bc274c30"/>
    <p:sldLayoutId xmlns:r="http://schemas.openxmlformats.org/officeDocument/2006/relationships" id="2147483655" r:id="R3023b8e489d745c7"/>
    <p:sldLayoutId xmlns:r="http://schemas.openxmlformats.org/officeDocument/2006/relationships" id="2147483656" r:id="Rd848f9e336484bc4"/>
    <p:sldLayoutId xmlns:r="http://schemas.openxmlformats.org/officeDocument/2006/relationships" id="2147483657" r:id="Rc789f2d5bde94c78"/>
    <p:sldLayoutId xmlns:r="http://schemas.openxmlformats.org/officeDocument/2006/relationships" id="2147483658" r:id="R3c85d771a6554cf2"/>
    <p:sldLayoutId xmlns:r="http://schemas.openxmlformats.org/officeDocument/2006/relationships" id="2147483659" r:id="R55d6397936b14030"/>
  </p:sldLayoutIdLst>
  <p:txStyles>
    <p:titleStyle>
      <a:lvl1pPr xmlns:a="http://schemas.openxmlformats.org/drawingml/2006/main" algn="ctr" defTabSz="257175">
        <a:spcBef>
          <a:spcPct val="0"/>
        </a:spcBef>
        <a:buNone/>
        <a:defRPr sz="4000" kern="1200">
          <a:solidFill>
            <a:srgbClr val="C19B57"/>
          </a:solidFill>
          <a:latin typeface="Orbitron"/>
          <a:ea typeface="Orbitron"/>
          <a:cs typeface="Orbitron"/>
        </a:defRPr>
      </a:lvl1pPr>
    </p:titleStyle>
    <p:bodyStyle>
      <a:lvl1pPr xmlns:a="http://schemas.openxmlformats.org/drawingml/2006/main" marL="192881" indent="-192881" algn="l" defTabSz="257175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Source Sans 3"/>
          <a:ea typeface="Source Sans 3"/>
          <a:cs typeface="Source Sans 3"/>
        </a:defRPr>
      </a:lvl1pPr>
      <a:lvl2pPr xmlns:a="http://schemas.openxmlformats.org/drawingml/2006/main" marL="417910" indent="-160735" algn="l" defTabSz="257175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Source Sans 3"/>
          <a:ea typeface="Source Sans 3"/>
          <a:cs typeface="Source Sans 3"/>
        </a:defRPr>
      </a:lvl2pPr>
      <a:lvl3pPr xmlns:a="http://schemas.openxmlformats.org/drawingml/2006/main" marL="642938" indent="-128588" algn="l" defTabSz="257175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Source Sans 3"/>
          <a:ea typeface="Source Sans 3"/>
          <a:cs typeface="Source Sans 3"/>
        </a:defRPr>
      </a:lvl3pPr>
      <a:lvl4pPr xmlns:a="http://schemas.openxmlformats.org/drawingml/2006/main" marL="900113" indent="-128588" algn="l" defTabSz="257175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4pPr>
      <a:lvl5pPr xmlns:a="http://schemas.openxmlformats.org/drawingml/2006/main" marL="1157288" indent="-128588" algn="l" defTabSz="257175">
        <a:spcBef>
          <a:spcPct val="20000"/>
        </a:spcBef>
        <a:buFont typeface="Arial"/>
        <a:buChar char="»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5pPr>
      <a:lvl6pPr xmlns:a="http://schemas.openxmlformats.org/drawingml/2006/main" marL="141446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67163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92881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18598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571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143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715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0287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2858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5430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8002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0574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83181decfb4971" /><Relationship Type="http://schemas.openxmlformats.org/officeDocument/2006/relationships/notesSlide" Target="/ppt/notesSlides/notesSlide1.xml" Id="R86ab488a6a1e48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b34e9aa873479e" /><Relationship Type="http://schemas.openxmlformats.org/officeDocument/2006/relationships/notesSlide" Target="/ppt/notesSlides/notesSlide2.xml" Id="Rb640e22cfab14b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9bfd5a202c4137" /><Relationship Type="http://schemas.openxmlformats.org/officeDocument/2006/relationships/notesSlide" Target="/ppt/notesSlides/notesSlide3.xml" Id="R8ba12b7de47a4b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d178b0c6df4cb5" /><Relationship Type="http://schemas.openxmlformats.org/officeDocument/2006/relationships/image" Target="/ppt/media/image2.png" Id="R5026bc8fdab54450" /><Relationship Type="http://schemas.openxmlformats.org/officeDocument/2006/relationships/notesSlide" Target="/ppt/notesSlides/notesSlide4.xml" Id="R096c974eae5143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f551b7fcbe4f40" /><Relationship Type="http://schemas.openxmlformats.org/officeDocument/2006/relationships/notesSlide" Target="/ppt/notesSlides/notesSlide5.xml" Id="Rc0e47061b8fc41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63879e19714f4c" /><Relationship Type="http://schemas.openxmlformats.org/officeDocument/2006/relationships/notesSlide" Target="/ppt/notesSlides/notesSlide6.xml" Id="Rcd2f619e97a74aa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c24ad0d08c47e0" /><Relationship Type="http://schemas.openxmlformats.org/officeDocument/2006/relationships/notesSlide" Target="/ppt/notesSlides/notesSlide7.xml" Id="Rfa6c6aefecb04a1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b1cb844aa04d6f" /><Relationship Type="http://schemas.openxmlformats.org/officeDocument/2006/relationships/notesSlide" Target="/ppt/notesSlides/notesSlide8.xml" Id="R4c1657743cbb4b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ef3e255e9641c4" /><Relationship Type="http://schemas.openxmlformats.org/officeDocument/2006/relationships/notesSlide" Target="/ppt/notesSlides/notesSlide9.xml" Id="R8c48ae8b14b34fe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43c5bf35bc46c4" /><Relationship Type="http://schemas.openxmlformats.org/officeDocument/2006/relationships/image" Target="/ppt/media/image.jpeg" Id="Ra6ef6cc6f6fb4c54" /><Relationship Type="http://schemas.openxmlformats.org/officeDocument/2006/relationships/notesSlide" Target="/ppt/notesSlides/notesSlide10.xml" Id="R9048cbc49e12466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27858a469d48dc" /><Relationship Type="http://schemas.openxmlformats.org/officeDocument/2006/relationships/notesSlide" Target="/ppt/notesSlides/notesSlide11.xml" Id="Rf8b20080f1164c8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00f08e53f64b83" /><Relationship Type="http://schemas.openxmlformats.org/officeDocument/2006/relationships/notesSlide" Target="/ppt/notesSlides/notesSlide12.xml" Id="R525614aec1b448b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e71fd287cb4d50" /><Relationship Type="http://schemas.openxmlformats.org/officeDocument/2006/relationships/notesSlide" Target="/ppt/notesSlides/notesSlide13.xml" Id="Ra254b046a1e644c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545A441A-7637-3DF3-0B4A-831210D6348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Module 10 JSON Persistence</a:t>
            </a:r>
            <a:endParaRPr/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4ACC02DA-BF9B-57F9-BEC0-E5AE4CC39ED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IoT Project Cost Estimator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075400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8514CD9-F679-4F74-B9A7-3E0301EE9B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Save BOM items in a JSON file.</a:t>
            </a:r>
          </a:p>
          <a:p xmlns:a="http://schemas.openxmlformats.org/drawingml/2006/main">
            <a:pPr lvl="0">
              <a:buNone/>
            </a:pPr>
            <a:r>
              <a:t>Reload them after restart.</a:t>
            </a:r>
          </a:p>
          <a:p xmlns:a="http://schemas.openxmlformats.org/drawingml/2006/main">
            <a:pPr lvl="0">
              <a:buNone/>
            </a:pPr>
            <a:r>
              <a:t>Test storage and view-model decisions.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Exercise overview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681029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8514CD9-F679-4F74-B9A7-3E0301EE9B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File work can take time.</a:t>
            </a:r>
          </a:p>
          <a:p xmlns:a="http://schemas.openxmlformats.org/drawingml/2006/main">
            <a:pPr lvl="0">
              <a:buNone/>
            </a:pPr>
            <a:r>
              <a:t>Task-returning methods keep the UI responsive.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 Async storage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86783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8514CD9-F679-4F74-B9A7-3E0301EE9B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All callers await the service.</a:t>
            </a:r>
          </a:p>
          <a:p xmlns:a="http://schemas.openxmlformats.org/drawingml/2006/main">
            <a:pPr lvl="0">
              <a:buNone/>
            </a:pPr>
            <a:r>
              <a:t>The app still builds.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53EC5-2D50-4BF9-93C0-09B760C9CB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6bc8fdab54450"/>
          <a:stretch xmlns:a="http://schemas.openxmlformats.org/drawingml/2006/main"/>
        </p:blipFill>
        <p:spPr>
          <a:xfrm xmlns:a="http://schemas.openxmlformats.org/drawingml/2006/main">
            <a:off x="2667000" y="3800475"/>
            <a:ext cx="6858000" cy="1828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2347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8514CD9-F679-4F74-B9A7-3E0301EE9B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JsonBomService writes the item list.</a:t>
            </a:r>
          </a:p>
          <a:p xmlns:a="http://schemas.openxmlformats.org/drawingml/2006/main">
            <a:pPr lvl="0">
              <a:buNone/>
            </a:pPr>
            <a:r>
              <a:t>A new service instance loads it.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 JSON service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3249211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8514CD9-F679-4F74-B9A7-3E0301EE9B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 service instance reloads saved items.</a:t>
            </a:r>
          </a:p>
          <a:p xmlns:a="http://schemas.openxmlformats.org/drawingml/2006/main">
            <a:pPr lvl="0">
              <a:buNone/>
            </a:pPr>
            <a:r>
              <a:t>The JSON data has the item values.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 Check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5420109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8514CD9-F679-4F74-B9A7-3E0301EE9B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 failed write must not leave a false row.</a:t>
            </a:r>
          </a:p>
          <a:p xmlns:a="http://schemas.openxmlformats.org/drawingml/2006/main">
            <a:pPr lvl="0">
              <a:buNone/>
            </a:pPr>
            <a:r>
              <a:t>Restore the collection after an error.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3 Failed save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7943662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8514CD9-F679-4F74-B9A7-3E0301EE9B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visible list matches saved data.</a:t>
            </a:r>
          </a:p>
          <a:p xmlns:a="http://schemas.openxmlformats.org/drawingml/2006/main">
            <a:pPr lvl="0">
              <a:buNone/>
            </a:pPr>
            <a:r>
              <a:t>The page shows an error message.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3 Check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8009834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8514CD9-F679-4F74-B9A7-3E0301EE9B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Load when the BOM page appears.</a:t>
            </a:r>
          </a:p>
          <a:p xmlns:a="http://schemas.openxmlformats.org/drawingml/2006/main">
            <a:pPr lvl="0">
              <a:buNone/>
            </a:pPr>
            <a:r>
              <a:t>Use FileSystem.AppDataDirectory for the path.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4 Page lifecycle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8978300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8514CD9-F679-4F74-B9A7-3E0301EE9B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saved row appears on return.</a:t>
            </a:r>
          </a:p>
          <a:p xmlns:a="http://schemas.openxmlformats.org/drawingml/2006/main">
            <a:pPr lvl="0">
              <a:buNone/>
            </a:pPr>
            <a:r>
              <a:t>An edit survives restart.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4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0B2281-1474-46BD-B496-69B8E881D7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ef6cc6f6fb4c54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2862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8514CD9-F679-4F74-B9A7-3E0301EE9B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Test storage with a temporary file.</a:t>
            </a:r>
          </a:p>
          <a:p xmlns:a="http://schemas.openxmlformats.org/drawingml/2006/main">
            <a:pPr lvl="0">
              <a:buNone/>
            </a:pPr>
            <a:r>
              <a:t>Test decisions with a fake interaction service.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5 Automated tests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3925887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8514CD9-F679-4F74-B9A7-3E0301EE9B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Save and reload tests pass.</a:t>
            </a:r>
          </a:p>
          <a:p xmlns:a="http://schemas.openxmlformats.org/drawingml/2006/main">
            <a:pPr lvl="0">
              <a:buNone/>
            </a:pPr>
            <a:r>
              <a:t>Cancel and Delete No keep the list.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5 Check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2510099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8514CD9-F679-4F74-B9A7-3E0301EE9B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Show the completed app workflow.</a:t>
            </a:r>
          </a:p>
          <a:p xmlns:a="http://schemas.openxmlformats.org/drawingml/2006/main">
            <a:pPr lvl="0">
              <a:buNone/>
            </a:pPr>
            <a:r>
              <a:t>Explain which responsibility changed.</a:t>
            </a:r>
          </a:p>
          <a:p xmlns:a="http://schemas.openxmlformats.org/drawingml/2006/main">
            <a:pPr lvl="0">
              <a:buNone/>
            </a:pPr>
            <a:r>
              <a:t>Check the result before the next module.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Module review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69253644"/>
      </p:ext>
    </p:extLst>
  </p:cSld>
</p:sld>
</file>

<file path=ppt/theme/theme1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2026-10-15T21:05:17.3390000Z</dcterms:created>
  <dcterms:modified xsi:type="dcterms:W3CDTF">2026-10-15T21:05:17.3390000Z</dcterms:modified>
</coreProperties>
</file>