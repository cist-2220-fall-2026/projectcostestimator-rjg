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e81339cfa4825" /><Relationship Type="http://schemas.openxmlformats.org/officeDocument/2006/relationships/extended-properties" Target="/docProps/app.xml" Id="R6c751a4a720242c7" /><Relationship Type="http://schemas.openxmlformats.org/officeDocument/2006/relationships/officeDocument" Target="/ppt/presentation.xml" Id="Rbcdb23dfe232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ccd2279c14cf2"/>
  </p:sldMasterIdLst>
  <p:notesMasterIdLst>
    <p:notesMasterId xmlns:r="http://schemas.openxmlformats.org/officeDocument/2006/relationships" r:id="Re1ed8454208f4b5f"/>
  </p:notesMasterIdLst>
  <p:sldIdLst>
    <p:sldId xmlns:r="http://schemas.openxmlformats.org/officeDocument/2006/relationships" id="256" r:id="Ra7f42204831749df"/>
    <p:sldId xmlns:r="http://schemas.openxmlformats.org/officeDocument/2006/relationships" id="257" r:id="R66acc1b50d804c67"/>
    <p:sldId xmlns:r="http://schemas.openxmlformats.org/officeDocument/2006/relationships" id="258" r:id="R4f36a48d5c854002"/>
    <p:sldId xmlns:r="http://schemas.openxmlformats.org/officeDocument/2006/relationships" id="259" r:id="R268f55012276492d"/>
    <p:sldId xmlns:r="http://schemas.openxmlformats.org/officeDocument/2006/relationships" id="260" r:id="R6912380851fe4ab0"/>
    <p:sldId xmlns:r="http://schemas.openxmlformats.org/officeDocument/2006/relationships" id="261" r:id="Rb5502a6255774556"/>
    <p:sldId xmlns:r="http://schemas.openxmlformats.org/officeDocument/2006/relationships" id="262" r:id="R6921334ae5ca4c9f"/>
    <p:sldId xmlns:r="http://schemas.openxmlformats.org/officeDocument/2006/relationships" id="263" r:id="R8faa51bc28794694"/>
    <p:sldId xmlns:r="http://schemas.openxmlformats.org/officeDocument/2006/relationships" id="264" r:id="Rd150538a19cb494b"/>
    <p:sldId xmlns:r="http://schemas.openxmlformats.org/officeDocument/2006/relationships" id="265" r:id="Rb7c90b5753824419"/>
    <p:sldId xmlns:r="http://schemas.openxmlformats.org/officeDocument/2006/relationships" id="266" r:id="R994f42b2fa744904"/>
    <p:sldId xmlns:r="http://schemas.openxmlformats.org/officeDocument/2006/relationships" id="267" r:id="R2edb66ec70df4e9b"/>
    <p:sldId xmlns:r="http://schemas.openxmlformats.org/officeDocument/2006/relationships" id="268" r:id="R42b84cd99a2b4b6e"/>
    <p:sldId xmlns:r="http://schemas.openxmlformats.org/officeDocument/2006/relationships" id="269" r:id="R40599bc7285d44c9"/>
    <p:sldId xmlns:r="http://schemas.openxmlformats.org/officeDocument/2006/relationships" id="270" r:id="Rf427cc1eeea6431a"/>
    <p:sldId xmlns:r="http://schemas.openxmlformats.org/officeDocument/2006/relationships" id="271" r:id="Rcd08a18ae9164fd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9bf855aed4880" /><Relationship Type="http://schemas.openxmlformats.org/officeDocument/2006/relationships/slideMaster" Target="/ppt/slideMasters/slideMaster1.xml" Id="R10fccd2279c14cf2" /><Relationship Type="http://schemas.openxmlformats.org/officeDocument/2006/relationships/notesMaster" Target="/ppt/notesMasters/notesMaster1.xml" Id="Re1ed8454208f4b5f" /><Relationship Type="http://schemas.openxmlformats.org/officeDocument/2006/relationships/presProps" Target="/ppt/presProps.xml" Id="R77877c02a6b244af" /><Relationship Type="http://schemas.openxmlformats.org/officeDocument/2006/relationships/viewProps" Target="/ppt/viewProps.xml" Id="R32c6367951f04166" /><Relationship Type="http://schemas.openxmlformats.org/officeDocument/2006/relationships/tableStyles" Target="/ppt/tableStyles.xml" Id="R102076ba5248461d" /><Relationship Type="http://schemas.openxmlformats.org/officeDocument/2006/relationships/slide" Target="/ppt/slides/slide1.xml" Id="Ra7f42204831749df" /><Relationship Type="http://schemas.openxmlformats.org/officeDocument/2006/relationships/slide" Target="/ppt/slides/slide2.xml" Id="R66acc1b50d804c67" /><Relationship Type="http://schemas.openxmlformats.org/officeDocument/2006/relationships/slide" Target="/ppt/slides/slide3.xml" Id="R4f36a48d5c854002" /><Relationship Type="http://schemas.openxmlformats.org/officeDocument/2006/relationships/slide" Target="/ppt/slides/slide4.xml" Id="R268f55012276492d" /><Relationship Type="http://schemas.openxmlformats.org/officeDocument/2006/relationships/slide" Target="/ppt/slides/slide5.xml" Id="R6912380851fe4ab0" /><Relationship Type="http://schemas.openxmlformats.org/officeDocument/2006/relationships/slide" Target="/ppt/slides/slide6.xml" Id="Rb5502a6255774556" /><Relationship Type="http://schemas.openxmlformats.org/officeDocument/2006/relationships/slide" Target="/ppt/slides/slide7.xml" Id="R6921334ae5ca4c9f" /><Relationship Type="http://schemas.openxmlformats.org/officeDocument/2006/relationships/slide" Target="/ppt/slides/slide8.xml" Id="R8faa51bc28794694" /><Relationship Type="http://schemas.openxmlformats.org/officeDocument/2006/relationships/slide" Target="/ppt/slides/slide9.xml" Id="Rd150538a19cb494b" /><Relationship Type="http://schemas.openxmlformats.org/officeDocument/2006/relationships/slide" Target="/ppt/slides/slide10.xml" Id="Rb7c90b5753824419" /><Relationship Type="http://schemas.openxmlformats.org/officeDocument/2006/relationships/slide" Target="/ppt/slides/slide11.xml" Id="R994f42b2fa744904" /><Relationship Type="http://schemas.openxmlformats.org/officeDocument/2006/relationships/slide" Target="/ppt/slides/slide12.xml" Id="R2edb66ec70df4e9b" /><Relationship Type="http://schemas.openxmlformats.org/officeDocument/2006/relationships/slide" Target="/ppt/slides/slide13.xml" Id="R42b84cd99a2b4b6e" /><Relationship Type="http://schemas.openxmlformats.org/officeDocument/2006/relationships/slide" Target="/ppt/slides/slide14.xml" Id="R40599bc7285d44c9" /><Relationship Type="http://schemas.openxmlformats.org/officeDocument/2006/relationships/slide" Target="/ppt/slides/slide15.xml" Id="Rf427cc1eeea6431a" /><Relationship Type="http://schemas.openxmlformats.org/officeDocument/2006/relationships/slide" Target="/ppt/slides/slide16.xml" Id="Rcd08a18ae916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d7f52f5eff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c05251601490c" /><Relationship Type="http://schemas.openxmlformats.org/officeDocument/2006/relationships/notesMaster" Target="/ppt/notesMasters/notesMaster1.xml" Id="Rbf036a28236442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0b478b16e4f0e" /><Relationship Type="http://schemas.openxmlformats.org/officeDocument/2006/relationships/notesMaster" Target="/ppt/notesMasters/notesMaster1.xml" Id="R6ce3114130ca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ae25f6dc946bf" /><Relationship Type="http://schemas.openxmlformats.org/officeDocument/2006/relationships/notesMaster" Target="/ppt/notesMasters/notesMaster1.xml" Id="Rbaa707aa9f0d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0af2bc57b4037" /><Relationship Type="http://schemas.openxmlformats.org/officeDocument/2006/relationships/notesMaster" Target="/ppt/notesMasters/notesMaster1.xml" Id="Rfc3aec3e950948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b1d3aaa269432f" /><Relationship Type="http://schemas.openxmlformats.org/officeDocument/2006/relationships/notesMaster" Target="/ppt/notesMasters/notesMaster1.xml" Id="R64299642f08044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77ee527df44e92" /><Relationship Type="http://schemas.openxmlformats.org/officeDocument/2006/relationships/notesMaster" Target="/ppt/notesMasters/notesMaster1.xml" Id="R79256572f57c49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f8463df7664114" /><Relationship Type="http://schemas.openxmlformats.org/officeDocument/2006/relationships/notesMaster" Target="/ppt/notesMasters/notesMaster1.xml" Id="R6fff05cc653842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e95a491f64401b" /><Relationship Type="http://schemas.openxmlformats.org/officeDocument/2006/relationships/notesMaster" Target="/ppt/notesMasters/notesMaster1.xml" Id="Rea6c16f3e8a94d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1e8831677340ab" /><Relationship Type="http://schemas.openxmlformats.org/officeDocument/2006/relationships/notesMaster" Target="/ppt/notesMasters/notesMaster1.xml" Id="R6d9a523e162948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dfc9f5bce64bc5" /><Relationship Type="http://schemas.openxmlformats.org/officeDocument/2006/relationships/notesMaster" Target="/ppt/notesMasters/notesMaster1.xml" Id="R88d0cb391e8741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8b2863cdd74eb8" /><Relationship Type="http://schemas.openxmlformats.org/officeDocument/2006/relationships/notesMaster" Target="/ppt/notesMasters/notesMaster1.xml" Id="Rae69fdc25a8d44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44ef7160584518" /><Relationship Type="http://schemas.openxmlformats.org/officeDocument/2006/relationships/notesMaster" Target="/ppt/notesMasters/notesMaster1.xml" Id="Rbf69ea9de95a40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be3f05ead74a22" /><Relationship Type="http://schemas.openxmlformats.org/officeDocument/2006/relationships/notesMaster" Target="/ppt/notesMasters/notesMaster1.xml" Id="Rdc5883f23d0c41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e363b86ec5466a" /><Relationship Type="http://schemas.openxmlformats.org/officeDocument/2006/relationships/notesMaster" Target="/ppt/notesMasters/notesMaster1.xml" Id="R71578f7e99804b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313d99c8d849f3" /><Relationship Type="http://schemas.openxmlformats.org/officeDocument/2006/relationships/notesMaster" Target="/ppt/notesMasters/notesMaster1.xml" Id="Re769aa49c3c04a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82a1b35b294f84" /><Relationship Type="http://schemas.openxmlformats.org/officeDocument/2006/relationships/notesMaster" Target="/ppt/notesMasters/notesMaster1.xml" Id="R7ba7666d49bb46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matching Word tutorial after the exercise overview.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the outcome before they start.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framework idea before the first exercise step. MAUI documentation: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C# object, the XAML control, and the connection between them. Source: Module 10 Word tutorial. MAUI documentation: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10 Word tutorial. Related MAUI documentation: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10 Word tutorial. Related MAUI documentation: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10 Word tutorial. Related MAUI documentation: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4: explain these concepts. Ask students to predict what the change will do. Then open Step 4 in the Word tutorial. Source: Module 10 Word tutorial. Related MAUI documentation: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4: run the app or inspect the code. Ask students to explain the observed result.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5: explain these concepts. Ask students to predict what the change will do. Then open Step 5 in the Word tutorial. Source: Module 10 Word tutorial. Related MAUI documentation: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5: run the app or inspect the code. Ask students to explain the observed result.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10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reading: App data and file system. https://learn.microsoft.com/dotnet/maui/platform-integration/storage/file-system-helpers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02131f2904972" /><Relationship Type="http://schemas.openxmlformats.org/officeDocument/2006/relationships/image" Target="/ppt/media/image.png" Id="R8fff7a39b77345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ceda4987149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2d74af4b5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d3e67b93544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301da841f49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f8fee351342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9ebe147e4414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b4497598b493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3659bf44645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abae0fdb0499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10db6a4304e8b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159E8BE4-670B-424A-9736-DDC3C1A59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f7a39b7734584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A78BA0-24A5-4448-A3A8-4C52735BBB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76C9BF-3ACE-47F5-BBFE-292F078F63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731B35-321D-4CD9-B580-4549B9F51C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C5B9AE-B6CD-461E-9578-4731560B01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A4136A-E0D4-4802-8A1A-8741B6A4F3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851901-088A-4420-8036-0E4BCEE780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AA982D-A9D8-4295-9F22-70A9DC6D3E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A0F94D-DF46-4983-8088-1E0681093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12108B-2D88-4799-9374-F2890E290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976370-D4C5-47F4-A13C-AD2EAF21C4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AB5508-0590-4D1C-B067-AC09BE9330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CE0EA3-795E-4350-88FF-2442DD760D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69CF30-5A86-4CC1-B3BB-2037DBEFE0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4D3651-7AA0-4DA4-8052-C8365BBC5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CF48B1-0AF1-4DC7-953B-7CAC6EF7FD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7BA981E-9181-49D3-997F-8A5023A3F6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F8AD60-2841-4DC1-8AD1-9C7711F2B3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4E2BD6-3A75-4788-B617-75A60F64C4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3FE306-693E-43F6-9AEC-2BD534EBCA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0D1872-CDC6-4FE2-9ABC-7B4228490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7FE125-A998-4205-9D00-6AA01C9BF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0BCD7A8-045A-4A8F-9312-AEF03CCFDE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84029EF-3E73-4ACD-B098-E68A551C63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55D65D-45A0-4954-B970-ADC9871517C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EB702A1-FFCF-40F0-BD65-67CF4D6E7F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2F61F0F-3C99-4F05-AEFE-BA5B9D1090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A7623BE-FE7D-4E34-A19C-C161473775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74290B-AC9C-4883-B886-6B85A114F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F2DB91C-1E45-46A0-AC21-559351D3B2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6AE6637-74D6-4226-BB5F-2EB552216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FDF0B-456A-472C-810D-09A389996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10AA715-4551-49DE-96D9-FF4396B438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FA5A8F-6056-4DCC-8F29-3751F63984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CDCCF4F-5142-40BF-96F1-31530AD73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0EACC5-7BA6-448D-8E57-EA7110CBE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B1A3CD-7DC2-44E3-B120-2B7D6A81AD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81DF977-E2E9-4B33-86FA-7775184CC4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325E88-57CA-4EFA-B371-EF26193CDC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F7D240-A166-4EF6-ABA9-7D10411A31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2BEF10-8329-4BEB-8B7A-3E68C57905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A47EA5-2D5F-4CCD-8201-6399E0C93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48BFD0A-4DBB-47AE-8937-6CE86F3E4B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B13EE4C-71D4-49C8-82FA-6112E59D15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F18F6CF-36DD-4ECB-9F65-4695A007E5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D77BAED-C220-4522-ADBD-971572F0B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E00A78-5510-43E0-A0F2-C306AE390E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314A09-4164-4BC8-B291-0B2C4E95E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829508-09BD-4B32-B9FD-15003D5F40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C8DEAA-311D-4A83-A8F8-8BDB98F917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F0A8DC-E3C7-4038-9938-815A4A8CC2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C5B263-7215-43F5-9F73-363CC6A120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7E502A9-4BCD-4D1E-92F2-16EDC38FC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13061D-E2F4-47B4-B96F-BAFC35FDDD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C55F28-A0B4-453B-94AE-A63981924F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AA17DF-E532-4102-9E84-7C56AA8079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EDAE0B-BD68-4913-803D-7B1446BAA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da8a5f613ac4b43" /><Relationship Type="http://schemas.openxmlformats.org/officeDocument/2006/relationships/theme" Target="/ppt/slideMasters/theme/theme2.xml" Id="R7e4855849aba4ce4" /><Relationship Type="http://schemas.openxmlformats.org/officeDocument/2006/relationships/slideLayout" Target="/ppt/slideLayouts/slideLayout1.xml" Id="R578e844d153c4c39" /><Relationship Type="http://schemas.openxmlformats.org/officeDocument/2006/relationships/slideLayout" Target="/ppt/slideLayouts/slideLayout2.xml" Id="R40fb07393db5497d" /><Relationship Type="http://schemas.openxmlformats.org/officeDocument/2006/relationships/slideLayout" Target="/ppt/slideLayouts/slideLayout3.xml" Id="R05005d356a7b4397" /><Relationship Type="http://schemas.openxmlformats.org/officeDocument/2006/relationships/slideLayout" Target="/ppt/slideLayouts/slideLayout4.xml" Id="Ra64f232dba694ad2" /><Relationship Type="http://schemas.openxmlformats.org/officeDocument/2006/relationships/slideLayout" Target="/ppt/slideLayouts/slideLayout5.xml" Id="R486eadea6072411c" /><Relationship Type="http://schemas.openxmlformats.org/officeDocument/2006/relationships/slideLayout" Target="/ppt/slideLayouts/slideLayout6.xml" Id="R6aef99220d174982" /><Relationship Type="http://schemas.openxmlformats.org/officeDocument/2006/relationships/slideLayout" Target="/ppt/slideLayouts/slideLayout7.xml" Id="Rbe39ae24e862486b" /><Relationship Type="http://schemas.openxmlformats.org/officeDocument/2006/relationships/slideLayout" Target="/ppt/slideLayouts/slideLayout8.xml" Id="R22f72216002f4246" /><Relationship Type="http://schemas.openxmlformats.org/officeDocument/2006/relationships/slideLayout" Target="/ppt/slideLayouts/slideLayout9.xml" Id="R6c57f0b9e3054cad" /><Relationship Type="http://schemas.openxmlformats.org/officeDocument/2006/relationships/slideLayout" Target="/ppt/slideLayouts/slideLayout10.xml" Id="Rfa70d257b74848c3" /><Relationship Type="http://schemas.openxmlformats.org/officeDocument/2006/relationships/slideLayout" Target="/ppt/slideLayouts/slideLayout11.xml" Id="R9282cce173d640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1AF07ED-CBED-4381-931F-F6E5E6598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F3148C-D9B2-4165-A239-C6506FD43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BCBA23-DCB8-4177-8E99-28EC56C335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09B19D-15A6-41AF-9FF6-087B220BEE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E6BCCC-80CA-4E5D-B3DF-27D9E0EE06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96453AB2-B209-4229-8889-46BB362CCC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8a5f613ac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e844d153c4c39"/>
    <p:sldLayoutId xmlns:r="http://schemas.openxmlformats.org/officeDocument/2006/relationships" id="2147483650" r:id="R40fb07393db5497d"/>
    <p:sldLayoutId xmlns:r="http://schemas.openxmlformats.org/officeDocument/2006/relationships" id="2147483651" r:id="R05005d356a7b4397"/>
    <p:sldLayoutId xmlns:r="http://schemas.openxmlformats.org/officeDocument/2006/relationships" id="2147483652" r:id="Ra64f232dba694ad2"/>
    <p:sldLayoutId xmlns:r="http://schemas.openxmlformats.org/officeDocument/2006/relationships" id="2147483653" r:id="R486eadea6072411c"/>
    <p:sldLayoutId xmlns:r="http://schemas.openxmlformats.org/officeDocument/2006/relationships" id="2147483654" r:id="R6aef99220d174982"/>
    <p:sldLayoutId xmlns:r="http://schemas.openxmlformats.org/officeDocument/2006/relationships" id="2147483655" r:id="Rbe39ae24e862486b"/>
    <p:sldLayoutId xmlns:r="http://schemas.openxmlformats.org/officeDocument/2006/relationships" id="2147483656" r:id="R22f72216002f4246"/>
    <p:sldLayoutId xmlns:r="http://schemas.openxmlformats.org/officeDocument/2006/relationships" id="2147483657" r:id="R6c57f0b9e3054cad"/>
    <p:sldLayoutId xmlns:r="http://schemas.openxmlformats.org/officeDocument/2006/relationships" id="2147483658" r:id="Rfa70d257b74848c3"/>
    <p:sldLayoutId xmlns:r="http://schemas.openxmlformats.org/officeDocument/2006/relationships" id="2147483659" r:id="R9282cce173d640ba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addb6f2fa46c8" /><Relationship Type="http://schemas.openxmlformats.org/officeDocument/2006/relationships/notesSlide" Target="/ppt/notesSlides/notesSlide1.xml" Id="R401e2f2d9fa443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32aa149b545ee" /><Relationship Type="http://schemas.openxmlformats.org/officeDocument/2006/relationships/notesSlide" Target="/ppt/notesSlides/notesSlide2.xml" Id="R61ff6c3e3cda4f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68f8f6071d4f3c" /><Relationship Type="http://schemas.openxmlformats.org/officeDocument/2006/relationships/image" Target="/ppt/media/image2.png" Id="R95353ab4eda94750" /><Relationship Type="http://schemas.openxmlformats.org/officeDocument/2006/relationships/notesSlide" Target="/ppt/notesSlides/notesSlide3.xml" Id="R3d5f0d68f56f41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96e7c9fc574f69" /><Relationship Type="http://schemas.openxmlformats.org/officeDocument/2006/relationships/notesSlide" Target="/ppt/notesSlides/notesSlide4.xml" Id="R6f465ec9960d47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f7490dfe04b12" /><Relationship Type="http://schemas.openxmlformats.org/officeDocument/2006/relationships/notesSlide" Target="/ppt/notesSlides/notesSlide5.xml" Id="Rf8df91a108344a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8d0e1ed484c66" /><Relationship Type="http://schemas.openxmlformats.org/officeDocument/2006/relationships/notesSlide" Target="/ppt/notesSlides/notesSlide6.xml" Id="R546aedefac4241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8d860546a34d46" /><Relationship Type="http://schemas.openxmlformats.org/officeDocument/2006/relationships/notesSlide" Target="/ppt/notesSlides/notesSlide7.xml" Id="R178ef7496d5f4f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eb8209464748eb" /><Relationship Type="http://schemas.openxmlformats.org/officeDocument/2006/relationships/notesSlide" Target="/ppt/notesSlides/notesSlide8.xml" Id="Re0e9b5b3eb4544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3c143970c4917" /><Relationship Type="http://schemas.openxmlformats.org/officeDocument/2006/relationships/notesSlide" Target="/ppt/notesSlides/notesSlide9.xml" Id="R98df1f6812a445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88fc5022de4149" /><Relationship Type="http://schemas.openxmlformats.org/officeDocument/2006/relationships/notesSlide" Target="/ppt/notesSlides/notesSlide10.xml" Id="R315e11fae9d843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98eccfdc94ca5" /><Relationship Type="http://schemas.openxmlformats.org/officeDocument/2006/relationships/notesSlide" Target="/ppt/notesSlides/notesSlide11.xml" Id="R4256940e3e0643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eab3b5918740fe" /><Relationship Type="http://schemas.openxmlformats.org/officeDocument/2006/relationships/image" Target="/ppt/media/image.jpeg" Id="R6bf73afa825e4655" /><Relationship Type="http://schemas.openxmlformats.org/officeDocument/2006/relationships/notesSlide" Target="/ppt/notesSlides/notesSlide12.xml" Id="Ra06443d7b22f4c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a0562e7a3468a" /><Relationship Type="http://schemas.openxmlformats.org/officeDocument/2006/relationships/notesSlide" Target="/ppt/notesSlides/notesSlide13.xml" Id="Ra259778950d544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f2140efded4238" /><Relationship Type="http://schemas.openxmlformats.org/officeDocument/2006/relationships/notesSlide" Target="/ppt/notesSlides/notesSlide14.xml" Id="R844813890cc14b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f5a4682ed49b0" /><Relationship Type="http://schemas.openxmlformats.org/officeDocument/2006/relationships/notesSlide" Target="/ppt/notesSlides/notesSlide15.xml" Id="R6d55b45e1b2d41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26c5767fcf4e0f" /><Relationship Type="http://schemas.openxmlformats.org/officeDocument/2006/relationships/notesSlide" Target="/ppt/notesSlides/notesSlide16.xml" Id="R00bfd55240374a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10 JSON Persistence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Save BOM items in a JSON file.</a:t>
            </a:r>
          </a:p>
          <a:p xmlns:a="http://schemas.openxmlformats.org/drawingml/2006/main">
            <a:pPr lvl="0">
              <a:buNone/>
            </a:pPr>
            <a:r>
              <a:t>Reload them after restart.</a:t>
            </a:r>
          </a:p>
          <a:p xmlns:a="http://schemas.openxmlformats.org/drawingml/2006/main">
            <a:pPr lvl="0">
              <a:buNone/>
            </a:pPr>
            <a:r>
              <a:t>Test storage and view-model decisions.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will build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28345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An in-memory collection ends when the app closes.</a:t>
            </a:r>
          </a:p>
          <a:p xmlns:a="http://schemas.openxmlformats.org/drawingml/2006/main">
            <a:pPr lvl="0">
              <a:buNone/>
            </a:pPr>
            <a:r>
              <a:t>A JSON file keeps item values between runs.</a:t>
            </a:r>
          </a:p>
          <a:p xmlns:a="http://schemas.openxmlformats.org/drawingml/2006/main">
            <a:pPr lvl="0">
              <a:buNone/>
            </a:pPr>
            <a:r>
              <a:t>Async file methods let the UI await the operation.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8008"/>
          </a:bodyPr>
          <a:lstStyle xmlns:a="http://schemas.openxmlformats.org/drawingml/2006/main"/>
          <a:p xmlns:a="http://schemas.openxmlformats.org/drawingml/2006/main">
            <a:r>
              <a:t>Storage crosses the app process boundary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CA125-78F1-4A1A-A17F-5ED2AF2CBB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53ab4eda94750"/>
          <a:stretch xmlns:a="http://schemas.openxmlformats.org/drawingml/2006/main"/>
        </p:blipFill>
        <p:spPr>
          <a:xfrm xmlns:a="http://schemas.openxmlformats.org/drawingml/2006/main">
            <a:off x="2667000" y="3800475"/>
            <a:ext cx="6858000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9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service writes in AppDataDirectory.</a:t>
            </a:r>
          </a:p>
          <a:p xmlns:a="http://schemas.openxmlformats.org/drawingml/2006/main">
            <a:pPr lvl="0">
              <a:buNone/>
            </a:pPr>
            <a:r>
              <a:t>Load restores items when the BOM page appears.</a:t>
            </a:r>
          </a:p>
          <a:p xmlns:a="http://schemas.openxmlformats.org/drawingml/2006/main">
            <a:pPr lvl="0">
              <a:buNone/>
            </a:pPr>
            <a:r>
              <a:t>A failed save must leave the visible list consistent.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C# to the screen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99423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File work can take time.</a:t>
            </a:r>
          </a:p>
          <a:p xmlns:a="http://schemas.openxmlformats.org/drawingml/2006/main">
            <a:pPr lvl="0">
              <a:buNone/>
            </a:pPr>
            <a:r>
              <a:t>Task-returning methods keep the UI responsive.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Async storage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80281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All callers await the service.</a:t>
            </a:r>
          </a:p>
          <a:p xmlns:a="http://schemas.openxmlformats.org/drawingml/2006/main">
            <a:pPr lvl="0">
              <a:buNone/>
            </a:pPr>
            <a:r>
              <a:t>The app still builds.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03657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JsonBomService writes the item list.</a:t>
            </a:r>
          </a:p>
          <a:p xmlns:a="http://schemas.openxmlformats.org/drawingml/2006/main">
            <a:pPr lvl="0">
              <a:buNone/>
            </a:pPr>
            <a:r>
              <a:t>A new service instance loads 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JSON service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6547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service instance reloads saved items.</a:t>
            </a:r>
          </a:p>
          <a:p xmlns:a="http://schemas.openxmlformats.org/drawingml/2006/main">
            <a:pPr lvl="0">
              <a:buNone/>
            </a:pPr>
            <a:r>
              <a:t>The JSON data has the item values.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55005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failed write must not leave a false row.</a:t>
            </a:r>
          </a:p>
          <a:p xmlns:a="http://schemas.openxmlformats.org/drawingml/2006/main">
            <a:pPr lvl="0">
              <a:buNone/>
            </a:pPr>
            <a:r>
              <a:t>Restore the collection after an error.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Failed save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21619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visible list matches saved data.</a:t>
            </a:r>
          </a:p>
          <a:p xmlns:a="http://schemas.openxmlformats.org/drawingml/2006/main">
            <a:pPr lvl="0">
              <a:buNone/>
            </a:pPr>
            <a:r>
              <a:t>The page shows an error message.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3799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Load when the BOM page appears.</a:t>
            </a:r>
          </a:p>
          <a:p xmlns:a="http://schemas.openxmlformats.org/drawingml/2006/main">
            <a:pPr lvl="0">
              <a:buNone/>
            </a:pPr>
            <a:r>
              <a:t>Use FileSystem.AppDataDirectory for the path.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Page lifecycle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2057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saved row appears on return.</a:t>
            </a:r>
          </a:p>
          <a:p xmlns:a="http://schemas.openxmlformats.org/drawingml/2006/main">
            <a:pPr lvl="0">
              <a:buNone/>
            </a:pPr>
            <a:r>
              <a:t>An edit survives restart.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92EC7-5D0E-4D48-A901-8477D9FC5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73afa825e4655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91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Test storage with a temporary file.</a:t>
            </a:r>
          </a:p>
          <a:p xmlns:a="http://schemas.openxmlformats.org/drawingml/2006/main">
            <a:pPr lvl="0">
              <a:buNone/>
            </a:pPr>
            <a:r>
              <a:t>Test decisions with a fake interaction service.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Automated tests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59828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Save and reload tests pass.</a:t>
            </a:r>
          </a:p>
          <a:p xmlns:a="http://schemas.openxmlformats.org/drawingml/2006/main">
            <a:pPr lvl="0">
              <a:buNone/>
            </a:pPr>
            <a:r>
              <a:t>Cancel and Delete No keep the list.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98865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 can trace a changed item to the JSON file.</a:t>
            </a:r>
          </a:p>
          <a:p xmlns:a="http://schemas.openxmlformats.org/drawingml/2006/main">
            <a:pPr lvl="0">
              <a:buNone/>
            </a:pPr>
            <a:r>
              <a:t>I can explain why callers await the service.</a:t>
            </a:r>
          </a:p>
          <a:p xmlns:a="http://schemas.openxmlformats.org/drawingml/2006/main">
            <a:pPr lvl="0">
              <a:buNone/>
            </a:pPr>
            <a:r>
              <a:t>I can describe what a failed save does to the list.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can now explain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87129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77854E-AE38-4EF5-B06D-8B262A2FE5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App data and file system</a:t>
            </a:r>
          </a:p>
          <a:p xmlns:a="http://schemas.openxmlformats.org/drawingml/2006/main">
            <a:pPr lvl="0">
              <a:buNone/>
            </a:pPr>
            <a:r>
              <a:t>Search Microsoft Learn for this topic.</a:t>
            </a:r>
          </a:p>
          <a:p xmlns:a="http://schemas.openxmlformats.org/drawingml/2006/main">
            <a:pPr lvl="0">
              <a:buNone/>
            </a:pPr>
            <a:r>
              <a:t>Try one example in a small test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Read more in MAUI documentation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1916190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2026-10-15T21:19:29.2490000Z</dcterms:created>
  <dcterms:modified xsi:type="dcterms:W3CDTF">2026-10-15T21:19:29.2490000Z</dcterms:modified>
</coreProperties>
</file>