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341a5a7ea344721" /><Relationship Type="http://schemas.openxmlformats.org/officeDocument/2006/relationships/extended-properties" Target="/docProps/app.xml" Id="R4cb9d027252244c2" /><Relationship Type="http://schemas.openxmlformats.org/officeDocument/2006/relationships/officeDocument" Target="/ppt/presentation.xml" Id="Rd02c14c158a14ce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e38a0c569ca4c33"/>
  </p:sldMasterIdLst>
  <p:notesMasterIdLst>
    <p:notesMasterId xmlns:r="http://schemas.openxmlformats.org/officeDocument/2006/relationships" r:id="R744a932c76174b0f"/>
  </p:notesMasterIdLst>
  <p:sldIdLst>
    <p:sldId xmlns:r="http://schemas.openxmlformats.org/officeDocument/2006/relationships" id="256" r:id="R94cb6ad604d04aba"/>
    <p:sldId xmlns:r="http://schemas.openxmlformats.org/officeDocument/2006/relationships" id="257" r:id="R799f1057e62d4b72"/>
    <p:sldId xmlns:r="http://schemas.openxmlformats.org/officeDocument/2006/relationships" id="258" r:id="R32e4036a35f14652"/>
    <p:sldId xmlns:r="http://schemas.openxmlformats.org/officeDocument/2006/relationships" id="259" r:id="R3bf554946ea7461c"/>
    <p:sldId xmlns:r="http://schemas.openxmlformats.org/officeDocument/2006/relationships" id="260" r:id="R97f0179f897940dd"/>
    <p:sldId xmlns:r="http://schemas.openxmlformats.org/officeDocument/2006/relationships" id="261" r:id="R365dadb1ce7e40cf"/>
    <p:sldId xmlns:r="http://schemas.openxmlformats.org/officeDocument/2006/relationships" id="262" r:id="R7a8c38196e0c4a64"/>
    <p:sldId xmlns:r="http://schemas.openxmlformats.org/officeDocument/2006/relationships" id="263" r:id="Rd410a07f70464855"/>
    <p:sldId xmlns:r="http://schemas.openxmlformats.org/officeDocument/2006/relationships" id="264" r:id="Rf8f29ffeffa749f1"/>
    <p:sldId xmlns:r="http://schemas.openxmlformats.org/officeDocument/2006/relationships" id="265" r:id="R7c10f6add5fe41aa"/>
    <p:sldId xmlns:r="http://schemas.openxmlformats.org/officeDocument/2006/relationships" id="266" r:id="Rb56e6b830a5e4170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83337c3cdc04279" /><Relationship Type="http://schemas.openxmlformats.org/officeDocument/2006/relationships/slideMaster" Target="/ppt/slideMasters/slideMaster1.xml" Id="R4e38a0c569ca4c33" /><Relationship Type="http://schemas.openxmlformats.org/officeDocument/2006/relationships/notesMaster" Target="/ppt/notesMasters/notesMaster1.xml" Id="R744a932c76174b0f" /><Relationship Type="http://schemas.openxmlformats.org/officeDocument/2006/relationships/presProps" Target="/ppt/presProps.xml" Id="Ra11426b610854606" /><Relationship Type="http://schemas.openxmlformats.org/officeDocument/2006/relationships/viewProps" Target="/ppt/viewProps.xml" Id="R6faf804b4b4a4c2d" /><Relationship Type="http://schemas.openxmlformats.org/officeDocument/2006/relationships/tableStyles" Target="/ppt/tableStyles.xml" Id="Ree5fd1b822894c61" /><Relationship Type="http://schemas.openxmlformats.org/officeDocument/2006/relationships/slide" Target="/ppt/slides/slide1.xml" Id="R94cb6ad604d04aba" /><Relationship Type="http://schemas.openxmlformats.org/officeDocument/2006/relationships/slide" Target="/ppt/slides/slide2.xml" Id="R799f1057e62d4b72" /><Relationship Type="http://schemas.openxmlformats.org/officeDocument/2006/relationships/slide" Target="/ppt/slides/slide3.xml" Id="R32e4036a35f14652" /><Relationship Type="http://schemas.openxmlformats.org/officeDocument/2006/relationships/slide" Target="/ppt/slides/slide4.xml" Id="R3bf554946ea7461c" /><Relationship Type="http://schemas.openxmlformats.org/officeDocument/2006/relationships/slide" Target="/ppt/slides/slide5.xml" Id="R97f0179f897940dd" /><Relationship Type="http://schemas.openxmlformats.org/officeDocument/2006/relationships/slide" Target="/ppt/slides/slide6.xml" Id="R365dadb1ce7e40cf" /><Relationship Type="http://schemas.openxmlformats.org/officeDocument/2006/relationships/slide" Target="/ppt/slides/slide7.xml" Id="R7a8c38196e0c4a64" /><Relationship Type="http://schemas.openxmlformats.org/officeDocument/2006/relationships/slide" Target="/ppt/slides/slide8.xml" Id="Rd410a07f70464855" /><Relationship Type="http://schemas.openxmlformats.org/officeDocument/2006/relationships/slide" Target="/ppt/slides/slide9.xml" Id="Rf8f29ffeffa749f1" /><Relationship Type="http://schemas.openxmlformats.org/officeDocument/2006/relationships/slide" Target="/ppt/slides/slide10.xml" Id="R7c10f6add5fe41aa" /><Relationship Type="http://schemas.openxmlformats.org/officeDocument/2006/relationships/slide" Target="/ppt/slides/slide11.xml" Id="Rb56e6b830a5e417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2158001c20941c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b325677cb074830" /><Relationship Type="http://schemas.openxmlformats.org/officeDocument/2006/relationships/notesMaster" Target="/ppt/notesMasters/notesMaster1.xml" Id="R4d726796999f409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692ac8af704ca0" /><Relationship Type="http://schemas.openxmlformats.org/officeDocument/2006/relationships/notesMaster" Target="/ppt/notesMasters/notesMaster1.xml" Id="R1aa90488b02f419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42722b6f32f4d6b" /><Relationship Type="http://schemas.openxmlformats.org/officeDocument/2006/relationships/notesMaster" Target="/ppt/notesMasters/notesMaster1.xml" Id="Rdd404c849a8f4cd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aad3bede07a4b66" /><Relationship Type="http://schemas.openxmlformats.org/officeDocument/2006/relationships/notesMaster" Target="/ppt/notesMasters/notesMaster1.xml" Id="Rc5d643d5c6d949d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d02bf9ab5be45f7" /><Relationship Type="http://schemas.openxmlformats.org/officeDocument/2006/relationships/notesMaster" Target="/ppt/notesMasters/notesMaster1.xml" Id="R17e01a4a404c450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4f2bd65cc0645c4" /><Relationship Type="http://schemas.openxmlformats.org/officeDocument/2006/relationships/notesMaster" Target="/ppt/notesMasters/notesMaster1.xml" Id="R0038f60637904e0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2f2285499ac44ce" /><Relationship Type="http://schemas.openxmlformats.org/officeDocument/2006/relationships/notesMaster" Target="/ppt/notesMasters/notesMaster1.xml" Id="Rf96e212e687e458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4272caf304345c3" /><Relationship Type="http://schemas.openxmlformats.org/officeDocument/2006/relationships/notesMaster" Target="/ppt/notesMasters/notesMaster1.xml" Id="R8a57b6db3d35495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4e043e22acd4def" /><Relationship Type="http://schemas.openxmlformats.org/officeDocument/2006/relationships/notesMaster" Target="/ppt/notesMasters/notesMaster1.xml" Id="R0daf59486791423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1874cb6b11b4c49" /><Relationship Type="http://schemas.openxmlformats.org/officeDocument/2006/relationships/notesMaster" Target="/ppt/notesMasters/notesMaster1.xml" Id="R4d33565c33f94ab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6540973b4124b1c" /><Relationship Type="http://schemas.openxmlformats.org/officeDocument/2006/relationships/notesMaster" Target="/ppt/notesMasters/notesMaster1.xml" Id="R2886e8ffa9c94f5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Module 6. Open the matching Word tutorial after the exercise overview.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work for Module 6. Show the expected app result before students start. Source: Module 6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1: explain these concepts. Ask students to predict what the change will do. Then open Step 1 in the Word tutorial. Source: Module 6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1: run the app or inspect the code. Ask students to explain the observed result. Source: Module 6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2: explain these concepts. Ask students to predict what the change will do. Then open Step 2 in the Word tutorial. Source: Module 6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2: run the app or inspect the code. Ask students to explain the observed result. Source: Module 6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3: explain these concepts. Ask students to predict what the change will do. Then open Step 3 in the Word tutorial. Source: Module 6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3: run the app or inspect the code. Ask students to explain the observed result. Source: Module 6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5: explain these concepts. Ask students to predict what the change will do. Then open Step 5 in the Word tutorial. Source: Module 6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5: run the app or inspect the code. Ask students to explain the observed result. Source: Module 6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final tutorial checklist. Ask students to explain the module concept without reading code. Source: Module 6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069318a78d43d1" /><Relationship Type="http://schemas.openxmlformats.org/officeDocument/2006/relationships/image" Target="/ppt/media/image.png" Id="R599bc1711976428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3d1f933557455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7be92c1c9a4b3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dece3aefe4479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c73eb59402447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a3004a3536439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2a3a9449b24f8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5ca9c40541495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dc4eaab1244d2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826d1c2793464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e3c8a1b7124128" /></Relationships>
</file>

<file path=ppt/slideLayouts/slideLayout1.xml><?xml version="1.0" encoding="utf-8"?>
<p:sldLayout xmlns:p="http://schemas.openxmlformats.org/presentationml/2006/main" type="title" preserve="1">
  <p:cSld name="Title Slide">
    <p:bg>
      <p:bgPr>
        <a:solidFill xmlns:a="http://schemas.openxmlformats.org/drawingml/2006/main">
          <a:schemeClr val="tx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!!Rectangle">
            <a:extLst xmlns:a="http://schemas.openxmlformats.org/drawingml/2006/main">
              <a:ext uri="{FF2B5EF4-FFF2-40B4-BE49-F238E27FC236}">
                <a16:creationId xmlns:a16="http://schemas.microsoft.com/office/drawing/2014/main" id="{A8337851-1C2F-255A-B02C-62D7A1CC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/>
          </a:p>
        </p:txBody>
      </p:sp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8AE2F8D3-D3AD-429B-906A-7FC368A93E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9bc17119764288">
            <a:alphaModFix amt="4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71493" y="280600"/>
            <a:ext cx="7249014" cy="7178499"/>
          </a:xfrm>
          <a:prstGeom xmlns:a="http://schemas.openxmlformats.org/drawingml/2006/main" prst="rect">
            <a:avLst/>
          </a:prstGeom>
        </p:spPr>
      </p:pic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1B19A28E-E483-5B65-D3DF-993E4D1EF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120140" y="346791"/>
            <a:ext cx="146304" cy="70408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35CDC6E-08BA-8B17-B723-AEBCF894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241202"/>
            <a:ext cx="10506456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3175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5143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013" b="0" i="0" u="none" strike="noStrike" kern="1200" cap="none" spc="0" baseline="0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0A5A8E-B9F8-43EC-ACB9-EFDEFAE725A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912876" y="970226"/>
            <a:ext cx="10363200" cy="214947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algn="l">
              <a:buNone/>
              <a:defRPr sz="4000" b="1" kern="1200">
                <a:solidFill>
                  <a:schemeClr val="bg1"/>
                </a:solidFill>
                <a:latin typeface="Orbitron"/>
                <a:ea typeface="Orbitron"/>
                <a:cs typeface="Orbitron"/>
              </a:defRPr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E00CC68-F395-4871-BE93-C082953FA7A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912879" y="3396875"/>
            <a:ext cx="10363199" cy="26151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60735" indent="-160735" algn="l">
              <a:buFont typeface="Arial"/>
              <a:buChar char="•"/>
              <a:defRPr sz="2000" kern="1200">
                <a:solidFill>
                  <a:schemeClr val="bg1"/>
                </a:solidFill>
                <a:latin typeface="Montserrat"/>
                <a:ea typeface="Montserrat"/>
                <a:cs typeface="Montserrat"/>
              </a:defRPr>
            </a:lvl1pPr>
            <a:lvl2pPr marL="257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14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85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00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42B1C76-D180-4250-AF57-CCAAC300AD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763891A-FA03-4890-A119-22B2A67699A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A66DF87-A294-41A8-9670-8A2B9F57B1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61042D97-83DB-BE5F-E8CD-8D278F42A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271" y="546847"/>
            <a:ext cx="1016000" cy="25846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/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1BF96DB-F990-4909-B26A-7B9C9E805A9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6F423A3-3B2B-4499-A3CB-F0E8EFA103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BB8DF31-42CB-474E-8C53-7E7856E5BA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A4DBCA2-8219-4C0A-B41F-857554AEB39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30024" y="6356355"/>
            <a:ext cx="2211293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sp>
        <p:nvSpPr>
          <p:cNvPr id="7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274638"/>
            <a:ext cx="109728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4910059-0011-4858-A822-504084ED35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63084" y="4406905"/>
            <a:ext cx="103632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225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CF9937-A820-4EF8-BEAC-BD19F57F111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963084" y="2906713"/>
            <a:ext cx="103632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1pPr>
            <a:lvl2pPr marL="257175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32CC9EB-E898-440A-BE4A-E0D7AC2089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7BD5D90-B1B5-4B36-B0D0-EB23B7EE54B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68E1396-93A3-4EB1-9C74-6C5BE413251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88FC8D-E1E9-4FB6-B1C9-7B9B0E5112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884E1EA-6A54-48B5-A884-A8C587C9705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09600" y="1600205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575"/>
            </a:lvl1pPr>
            <a:lvl2pPr>
              <a:buNone/>
              <a:defRPr sz="1350"/>
            </a:lvl2pPr>
            <a:lvl3pPr>
              <a:buNone/>
              <a:defRPr sz="1125"/>
            </a:lvl3pPr>
            <a:lvl4pPr>
              <a:buNone/>
              <a:defRPr sz="1013"/>
            </a:lvl4pPr>
            <a:lvl5pPr>
              <a:buNone/>
              <a:defRPr sz="1013"/>
            </a:lvl5pPr>
            <a:lvl6pPr>
              <a:buNone/>
              <a:defRPr sz="1013"/>
            </a:lvl6pPr>
            <a:lvl7pPr>
              <a:buNone/>
              <a:defRPr sz="1013"/>
            </a:lvl7pPr>
            <a:lvl8pPr>
              <a:buNone/>
              <a:defRPr sz="1013"/>
            </a:lvl8pPr>
            <a:lvl9pPr>
              <a:buNone/>
              <a:defRPr sz="1013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040BA72-7504-4D4E-9597-4C0B24C8C06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97600" y="1600205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575"/>
            </a:lvl1pPr>
            <a:lvl2pPr>
              <a:buNone/>
              <a:defRPr sz="1350"/>
            </a:lvl2pPr>
            <a:lvl3pPr>
              <a:buNone/>
              <a:defRPr sz="1125"/>
            </a:lvl3pPr>
            <a:lvl4pPr>
              <a:buNone/>
              <a:defRPr sz="1013"/>
            </a:lvl4pPr>
            <a:lvl5pPr>
              <a:buNone/>
              <a:defRPr sz="1013"/>
            </a:lvl5pPr>
            <a:lvl6pPr>
              <a:buNone/>
              <a:defRPr sz="1013"/>
            </a:lvl6pPr>
            <a:lvl7pPr>
              <a:buNone/>
              <a:defRPr sz="1013"/>
            </a:lvl7pPr>
            <a:lvl8pPr>
              <a:buNone/>
              <a:defRPr sz="1013"/>
            </a:lvl8pPr>
            <a:lvl9pPr>
              <a:buNone/>
              <a:defRPr sz="1013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507F02F-8F04-408D-8874-13F95FB1DD4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673B64-F4C5-4DBA-BA39-21613EB8425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D84774E-3AE8-4425-90C2-1930CBF9BC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2F4A396-63BD-4129-93BA-A6E92731E4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DFCD240-0B6F-4CE8-8E8A-CDEFAC6A73F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535113"/>
            <a:ext cx="5386917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6D45125-EDB1-441F-B9C4-CDC753AB697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09600" y="2174875"/>
            <a:ext cx="5386917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350"/>
            </a:lvl1pPr>
            <a:lvl2pPr>
              <a:buNone/>
              <a:defRPr sz="1125"/>
            </a:lvl2pPr>
            <a:lvl3pPr>
              <a:buNone/>
              <a:defRPr sz="1013"/>
            </a:lvl3pPr>
            <a:lvl4pPr>
              <a:buNone/>
              <a:defRPr sz="900"/>
            </a:lvl4pPr>
            <a:lvl5pPr>
              <a:buNone/>
              <a:defRPr sz="900"/>
            </a:lvl5pPr>
            <a:lvl6pPr>
              <a:buNone/>
              <a:defRPr sz="900"/>
            </a:lvl6pPr>
            <a:lvl7pPr>
              <a:buNone/>
              <a:defRPr sz="900"/>
            </a:lvl7pPr>
            <a:lvl8pPr>
              <a:buNone/>
              <a:defRPr sz="900"/>
            </a:lvl8pPr>
            <a:lvl9pPr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0AF6A68-D2BF-42B3-85DD-5DDC66FCDEB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93370" y="1535113"/>
            <a:ext cx="5389033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D8CEA98-44B7-457E-B221-FF5375AE95FA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93370" y="2174875"/>
            <a:ext cx="5389033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350"/>
            </a:lvl1pPr>
            <a:lvl2pPr>
              <a:buNone/>
              <a:defRPr sz="1125"/>
            </a:lvl2pPr>
            <a:lvl3pPr>
              <a:buNone/>
              <a:defRPr sz="1013"/>
            </a:lvl3pPr>
            <a:lvl4pPr>
              <a:buNone/>
              <a:defRPr sz="900"/>
            </a:lvl4pPr>
            <a:lvl5pPr>
              <a:buNone/>
              <a:defRPr sz="900"/>
            </a:lvl5pPr>
            <a:lvl6pPr>
              <a:buNone/>
              <a:defRPr sz="900"/>
            </a:lvl6pPr>
            <a:lvl7pPr>
              <a:buNone/>
              <a:defRPr sz="900"/>
            </a:lvl7pPr>
            <a:lvl8pPr>
              <a:buNone/>
              <a:defRPr sz="900"/>
            </a:lvl8pPr>
            <a:lvl9pPr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58F097D-C0B5-4F4B-9DFA-FB2E0FF33A9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92F9C0A-414E-458B-882D-FEFE50E6985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9466ACF-4CCD-4456-8C0F-20FD0494E4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A4AF96B-CFB8-47A1-A7FF-33309FD19B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FB3A48D-C830-4BCB-B73A-DD9FBFB7169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5A411FC-3A4F-4FA1-A3CF-21A2B66F56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3A642CBB-CD49-4E8F-9CE4-0F1278B455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FB8A3A4-D59F-40D2-BF40-8B0E1F134DB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CEB6DE01-53CE-4D7C-8BEB-A3BFBDD8CF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2E2F5388-3A64-47D5-A953-F02FEF9DDE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CD4F121-E18E-4499-B83B-FF450CA10A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3" y="273050"/>
            <a:ext cx="4011084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1125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410285A-BF5A-4FBD-B2D5-04A7E7FE567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766733" y="273055"/>
            <a:ext cx="6815667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575"/>
            </a:lvl2pPr>
            <a:lvl3pPr>
              <a:buNone/>
              <a:defRPr sz="1350"/>
            </a:lvl3pPr>
            <a:lvl4pPr>
              <a:buNone/>
              <a:defRPr sz="1125"/>
            </a:lvl4pPr>
            <a:lvl5pPr>
              <a:buNone/>
              <a:defRPr sz="1125"/>
            </a:lvl5pPr>
            <a:lvl6pPr>
              <a:buNone/>
              <a:defRPr sz="1125"/>
            </a:lvl6pPr>
            <a:lvl7pPr>
              <a:buNone/>
              <a:defRPr sz="1125"/>
            </a:lvl7pPr>
            <a:lvl8pPr>
              <a:buNone/>
              <a:defRPr sz="1125"/>
            </a:lvl8pPr>
            <a:lvl9pPr>
              <a:buNone/>
              <a:defRPr sz="1125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E224013-664E-44B6-BCC9-F49CEEBB14A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3" y="1435103"/>
            <a:ext cx="4011084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ED66F92-6BFF-49B2-95A0-AB5AB1FB48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F895CFA-B195-4A1D-9D5F-BF02743DD4E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F093882-DAE0-4C3A-829E-9DE166620E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325D2CD-310B-44AE-9F4D-3485A37896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389717" y="4800600"/>
            <a:ext cx="73152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1125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12AF2B7F-F942-42E3-B73F-7F55384F9E5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2389717" y="612775"/>
            <a:ext cx="73152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800"/>
            </a:lvl1pPr>
            <a:lvl2pPr marL="257175" indent="0">
              <a:buNone/>
              <a:defRPr sz="1575"/>
            </a:lvl2pPr>
            <a:lvl3pPr marL="514350" indent="0">
              <a:buNone/>
              <a:defRPr sz="1350"/>
            </a:lvl3pPr>
            <a:lvl4pPr marL="771525" indent="0">
              <a:buNone/>
              <a:defRPr sz="1125"/>
            </a:lvl4pPr>
            <a:lvl5pPr marL="1028700" indent="0">
              <a:buNone/>
              <a:defRPr sz="1125"/>
            </a:lvl5pPr>
            <a:lvl6pPr marL="1285875" indent="0">
              <a:buNone/>
              <a:defRPr sz="1125"/>
            </a:lvl6pPr>
            <a:lvl7pPr marL="1543050" indent="0">
              <a:buNone/>
              <a:defRPr sz="1125"/>
            </a:lvl7pPr>
            <a:lvl8pPr marL="1800225" indent="0">
              <a:buNone/>
              <a:defRPr sz="1125"/>
            </a:lvl8pPr>
            <a:lvl9pPr marL="2057400" indent="0">
              <a:buNone/>
              <a:defRPr sz="1125"/>
            </a:lvl9pPr>
          </a:lstStyle>
          <a:p xmlns:a="http://schemas.openxmlformats.org/drawingml/2006/main">
            <a:r>
              <a:t>Click icon to add picture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8448AD3-DDD8-4865-8BA1-128DD17D82A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89717" y="5367338"/>
            <a:ext cx="73152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B73EFEC-869A-4752-B3A9-614A2B082F6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844ABAC-8245-44C6-9BE4-9FD9B7C6D3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1AA1A13-8728-4B59-97A2-08C6F5F6D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0C7C4DD-DBD6-4425-95B9-A3CA5A37D7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D1E7BE2-C86F-4EB5-860C-57E0A7584A3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B1794FF-A76E-47D0-8E06-F46C3A0100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39CE305-3347-45B9-A369-99CEB9FF578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0D4DAF7-CED6-4D82-A428-E340DA63CD8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F0B9954-EB8F-41CB-B35F-05D47F91F4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839200" y="274643"/>
            <a:ext cx="27432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37F543C-41E9-425F-9713-2EAA03FA31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274643"/>
            <a:ext cx="8026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CD494A5-ADBF-40A8-BE0B-9B99A54897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8F94CF-ADF4-4518-93EB-B626EB61AE9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7D374D0-938D-47E0-BA72-7984573CD4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b0b65b4f9c99488f" /><Relationship Type="http://schemas.openxmlformats.org/officeDocument/2006/relationships/theme" Target="/ppt/slideMasters/theme/theme2.xml" Id="R5a404154888540a1" /><Relationship Type="http://schemas.openxmlformats.org/officeDocument/2006/relationships/slideLayout" Target="/ppt/slideLayouts/slideLayout1.xml" Id="R5f57abc5b4d64a14" /><Relationship Type="http://schemas.openxmlformats.org/officeDocument/2006/relationships/slideLayout" Target="/ppt/slideLayouts/slideLayout2.xml" Id="R0de84cebab424b85" /><Relationship Type="http://schemas.openxmlformats.org/officeDocument/2006/relationships/slideLayout" Target="/ppt/slideLayouts/slideLayout3.xml" Id="R7aa80ca88d424137" /><Relationship Type="http://schemas.openxmlformats.org/officeDocument/2006/relationships/slideLayout" Target="/ppt/slideLayouts/slideLayout4.xml" Id="R7443c9d00cc44f88" /><Relationship Type="http://schemas.openxmlformats.org/officeDocument/2006/relationships/slideLayout" Target="/ppt/slideLayouts/slideLayout5.xml" Id="Rd383929cd23649e4" /><Relationship Type="http://schemas.openxmlformats.org/officeDocument/2006/relationships/slideLayout" Target="/ppt/slideLayouts/slideLayout6.xml" Id="R4803539d1bfd4009" /><Relationship Type="http://schemas.openxmlformats.org/officeDocument/2006/relationships/slideLayout" Target="/ppt/slideLayouts/slideLayout7.xml" Id="R215e94658da04e12" /><Relationship Type="http://schemas.openxmlformats.org/officeDocument/2006/relationships/slideLayout" Target="/ppt/slideLayouts/slideLayout8.xml" Id="Rf7f94876924b4229" /><Relationship Type="http://schemas.openxmlformats.org/officeDocument/2006/relationships/slideLayout" Target="/ppt/slideLayouts/slideLayout9.xml" Id="R487594cc49334d62" /><Relationship Type="http://schemas.openxmlformats.org/officeDocument/2006/relationships/slideLayout" Target="/ppt/slideLayouts/slideLayout10.xml" Id="R5bada2d4470549d2" /><Relationship Type="http://schemas.openxmlformats.org/officeDocument/2006/relationships/slideLayout" Target="/ppt/slideLayouts/slideLayout11.xml" Id="Rafa9141d3b1c4bb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51B6DE8A-5388-4540-B58D-49D317095C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274638"/>
            <a:ext cx="109728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D0F31D-4948-44A9-9278-2F1F28B8E9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600205"/>
            <a:ext cx="109728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5E12F3-5D05-4A1F-8BCE-BF46F1EEE96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09600" y="6356355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8A69FF3-79BC-4852-803A-D4ED28292E5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165600" y="6356355"/>
            <a:ext cx="3860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506420-8C5A-49FF-A22E-6D1A753B08B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737600" y="6356355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4907B14A-A2D3-404D-8219-D5E7ED193C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b65b4f9c9948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112386" y="5899161"/>
            <a:ext cx="1590269" cy="1574800"/>
          </a:xfrm>
          <a:prstGeom xmlns:a="http://schemas.openxmlformats.org/drawingml/2006/main"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f57abc5b4d64a14"/>
    <p:sldLayoutId xmlns:r="http://schemas.openxmlformats.org/officeDocument/2006/relationships" id="2147483650" r:id="R0de84cebab424b85"/>
    <p:sldLayoutId xmlns:r="http://schemas.openxmlformats.org/officeDocument/2006/relationships" id="2147483651" r:id="R7aa80ca88d424137"/>
    <p:sldLayoutId xmlns:r="http://schemas.openxmlformats.org/officeDocument/2006/relationships" id="2147483652" r:id="R7443c9d00cc44f88"/>
    <p:sldLayoutId xmlns:r="http://schemas.openxmlformats.org/officeDocument/2006/relationships" id="2147483653" r:id="Rd383929cd23649e4"/>
    <p:sldLayoutId xmlns:r="http://schemas.openxmlformats.org/officeDocument/2006/relationships" id="2147483654" r:id="R4803539d1bfd4009"/>
    <p:sldLayoutId xmlns:r="http://schemas.openxmlformats.org/officeDocument/2006/relationships" id="2147483655" r:id="R215e94658da04e12"/>
    <p:sldLayoutId xmlns:r="http://schemas.openxmlformats.org/officeDocument/2006/relationships" id="2147483656" r:id="Rf7f94876924b4229"/>
    <p:sldLayoutId xmlns:r="http://schemas.openxmlformats.org/officeDocument/2006/relationships" id="2147483657" r:id="R487594cc49334d62"/>
    <p:sldLayoutId xmlns:r="http://schemas.openxmlformats.org/officeDocument/2006/relationships" id="2147483658" r:id="R5bada2d4470549d2"/>
    <p:sldLayoutId xmlns:r="http://schemas.openxmlformats.org/officeDocument/2006/relationships" id="2147483659" r:id="Rafa9141d3b1c4bb7"/>
  </p:sldLayoutIdLst>
  <p:txStyles>
    <p:titleStyle>
      <a:lvl1pPr xmlns:a="http://schemas.openxmlformats.org/drawingml/2006/main" algn="ctr" defTabSz="257175">
        <a:spcBef>
          <a:spcPct val="0"/>
        </a:spcBef>
        <a:buNone/>
        <a:defRPr sz="4000" kern="1200">
          <a:solidFill>
            <a:srgbClr val="C19B57"/>
          </a:solidFill>
          <a:latin typeface="Orbitron"/>
          <a:ea typeface="Orbitron"/>
          <a:cs typeface="Orbitron"/>
        </a:defRPr>
      </a:lvl1pPr>
    </p:titleStyle>
    <p:bodyStyle>
      <a:lvl1pPr xmlns:a="http://schemas.openxmlformats.org/drawingml/2006/main" marL="192881" indent="-192881" algn="l" defTabSz="257175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Source Sans 3"/>
          <a:ea typeface="Source Sans 3"/>
          <a:cs typeface="Source Sans 3"/>
        </a:defRPr>
      </a:lvl1pPr>
      <a:lvl2pPr xmlns:a="http://schemas.openxmlformats.org/drawingml/2006/main" marL="417910" indent="-160735" algn="l" defTabSz="257175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Source Sans 3"/>
          <a:ea typeface="Source Sans 3"/>
          <a:cs typeface="Source Sans 3"/>
        </a:defRPr>
      </a:lvl2pPr>
      <a:lvl3pPr xmlns:a="http://schemas.openxmlformats.org/drawingml/2006/main" marL="642938" indent="-128588" algn="l" defTabSz="257175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Source Sans 3"/>
          <a:ea typeface="Source Sans 3"/>
          <a:cs typeface="Source Sans 3"/>
        </a:defRPr>
      </a:lvl3pPr>
      <a:lvl4pPr xmlns:a="http://schemas.openxmlformats.org/drawingml/2006/main" marL="900113" indent="-128588" algn="l" defTabSz="257175">
        <a:spcBef>
          <a:spcPct val="20000"/>
        </a:spcBef>
        <a:buFont typeface="Arial"/>
        <a:buChar char="–"/>
        <a:defRPr sz="1600" kern="1200">
          <a:solidFill>
            <a:schemeClr val="tx1"/>
          </a:solidFill>
          <a:latin typeface="Source Sans 3"/>
          <a:ea typeface="Source Sans 3"/>
          <a:cs typeface="Source Sans 3"/>
        </a:defRPr>
      </a:lvl4pPr>
      <a:lvl5pPr xmlns:a="http://schemas.openxmlformats.org/drawingml/2006/main" marL="1157288" indent="-128588" algn="l" defTabSz="257175">
        <a:spcBef>
          <a:spcPct val="20000"/>
        </a:spcBef>
        <a:buFont typeface="Arial"/>
        <a:buChar char="»"/>
        <a:defRPr sz="1600" kern="1200">
          <a:solidFill>
            <a:schemeClr val="tx1"/>
          </a:solidFill>
          <a:latin typeface="Source Sans 3"/>
          <a:ea typeface="Source Sans 3"/>
          <a:cs typeface="Source Sans 3"/>
        </a:defRPr>
      </a:lvl5pPr>
      <a:lvl6pPr xmlns:a="http://schemas.openxmlformats.org/drawingml/2006/main" marL="1414463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671638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928813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185988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5717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1435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77152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02870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28587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54305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80022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05740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5addc6c5cc49f9" /><Relationship Type="http://schemas.openxmlformats.org/officeDocument/2006/relationships/notesSlide" Target="/ppt/notesSlides/notesSlide1.xml" Id="R881762d4721e44d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20bfa3bf3a436f" /><Relationship Type="http://schemas.openxmlformats.org/officeDocument/2006/relationships/notesSlide" Target="/ppt/notesSlides/notesSlide2.xml" Id="R0148c69866a84c4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4aecd8132d4feb" /><Relationship Type="http://schemas.openxmlformats.org/officeDocument/2006/relationships/notesSlide" Target="/ppt/notesSlides/notesSlide3.xml" Id="R0ee40878b57c47c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c20e49dcfb455a" /><Relationship Type="http://schemas.openxmlformats.org/officeDocument/2006/relationships/image" Target="/ppt/media/image.jpeg" Id="Rf3057b33a0b742bf" /><Relationship Type="http://schemas.openxmlformats.org/officeDocument/2006/relationships/notesSlide" Target="/ppt/notesSlides/notesSlide4.xml" Id="R8643d25193354aa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d677caa80342e4" /><Relationship Type="http://schemas.openxmlformats.org/officeDocument/2006/relationships/notesSlide" Target="/ppt/notesSlides/notesSlide5.xml" Id="Re413b5eaf9b04f9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42da0527784882" /><Relationship Type="http://schemas.openxmlformats.org/officeDocument/2006/relationships/image" Target="/ppt/media/image2.jpeg" Id="R6582f1f49c534ff3" /><Relationship Type="http://schemas.openxmlformats.org/officeDocument/2006/relationships/notesSlide" Target="/ppt/notesSlides/notesSlide6.xml" Id="R7f1bf73ad8944fd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0828cb6fbc4b41" /><Relationship Type="http://schemas.openxmlformats.org/officeDocument/2006/relationships/notesSlide" Target="/ppt/notesSlides/notesSlide7.xml" Id="R78f1e2a0ca1e44f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55f7724f81c4416" /><Relationship Type="http://schemas.openxmlformats.org/officeDocument/2006/relationships/notesSlide" Target="/ppt/notesSlides/notesSlide8.xml" Id="R43ac4bdce71a43d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a680e0288d4b3a" /><Relationship Type="http://schemas.openxmlformats.org/officeDocument/2006/relationships/notesSlide" Target="/ppt/notesSlides/notesSlide9.xml" Id="Re0081a730150439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b88707317441e0" /><Relationship Type="http://schemas.openxmlformats.org/officeDocument/2006/relationships/image" Target="/ppt/media/image3.jpeg" Id="Rf602b84136314ef3" /><Relationship Type="http://schemas.openxmlformats.org/officeDocument/2006/relationships/notesSlide" Target="/ppt/notesSlides/notesSlide10.xml" Id="R8bc494ad33b3488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8bb9576e774cce" /><Relationship Type="http://schemas.openxmlformats.org/officeDocument/2006/relationships/notesSlide" Target="/ppt/notesSlides/notesSlide11.xml" Id="Rf949de8da6f74a9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 3">
            <a:extLst xmlns:a="http://schemas.openxmlformats.org/drawingml/2006/main">
              <a:ext uri="{FF2B5EF4-FFF2-40B4-BE49-F238E27FC236}">
                <a16:creationId xmlns:a16="http://schemas.microsoft.com/office/drawing/2014/main" id="{545A441A-7637-3DF3-0B4A-831210D6348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Module 6 ObservableCollection</a:t>
            </a:r>
            <a:endParaRPr/>
          </a:p>
        </p:txBody>
      </p:sp>
      <p:sp>
        <p:nvSpPr>
          <p:cNvPr id="5" name="Subtitle 4">
            <a:extLst xmlns:a="http://schemas.openxmlformats.org/drawingml/2006/main">
              <a:ext uri="{FF2B5EF4-FFF2-40B4-BE49-F238E27FC236}">
                <a16:creationId xmlns:a16="http://schemas.microsoft.com/office/drawing/2014/main" id="{4ACC02DA-BF9B-57F9-BEC0-E5AE4CC39ED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IoT Project Cost Estimator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0754002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1BF96DB-F990-4909-B26A-7B9C9E805A9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Replace manual list refresh.</a:t>
            </a:r>
          </a:p>
          <a:p xmlns:a="http://schemas.openxmlformats.org/drawingml/2006/main">
            <a:pPr lvl="0">
              <a:buNone/>
            </a:pPr>
            <a:r>
              <a:t>Let the collection report changes.</a:t>
            </a:r>
          </a:p>
          <a:p xmlns:a="http://schemas.openxmlformats.org/drawingml/2006/main">
            <a:pPr lvl="0">
              <a:buNone/>
            </a:pPr>
            <a:r>
              <a:t>Check Add, Edit, and Delete.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Exercise overview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00957337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1BF96DB-F990-4909-B26A-7B9C9E805A9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List changes do not refresh this List by themselves.</a:t>
            </a:r>
          </a:p>
          <a:p xmlns:a="http://schemas.openxmlformats.org/drawingml/2006/main">
            <a:pPr lvl="0">
              <a:buNone/>
            </a:pPr>
            <a:r>
              <a:t>The page resets ItemsSource after each change.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1 Manual refresh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41172265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1BF96DB-F990-4909-B26A-7B9C9E805A9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Find each manual refresh call.</a:t>
            </a:r>
          </a:p>
          <a:p xmlns:a="http://schemas.openxmlformats.org/drawingml/2006/main">
            <a:pPr lvl="0">
              <a:buNone/>
            </a:pPr>
            <a:r>
              <a:t>Explain why the page needs it.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1 Check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6DEE7D-73CC-47C4-87BE-B245EB53D65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057b33a0b742bf"/>
          <a:stretch xmlns:a="http://schemas.openxmlformats.org/drawingml/2006/main"/>
        </p:blipFill>
        <p:spPr>
          <a:xfrm xmlns:a="http://schemas.openxmlformats.org/drawingml/2006/main">
            <a:off x="3133823" y="3190875"/>
            <a:ext cx="5924355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56203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1BF96DB-F990-4909-B26A-7B9C9E805A9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ObservableCollection reports Add, Replace, and Remove.</a:t>
            </a:r>
          </a:p>
          <a:p xmlns:a="http://schemas.openxmlformats.org/drawingml/2006/main">
            <a:pPr lvl="0">
              <a:buNone/>
            </a:pPr>
            <a:r>
              <a:t>CollectionView listens to these reports.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2 Collection changes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3797413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1BF96DB-F990-4909-B26A-7B9C9E805A9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A new row appears without a reset.</a:t>
            </a:r>
          </a:p>
          <a:p xmlns:a="http://schemas.openxmlformats.org/drawingml/2006/main">
            <a:pPr lvl="0">
              <a:buNone/>
            </a:pPr>
            <a:r>
              <a:t>The page still binds to Items.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2 Check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CC4FDE-0D05-4CB9-9DB4-19C652911BD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82f1f49c534ff3"/>
          <a:stretch xmlns:a="http://schemas.openxmlformats.org/drawingml/2006/main"/>
        </p:blipFill>
        <p:spPr>
          <a:xfrm xmlns:a="http://schemas.openxmlformats.org/drawingml/2006/main">
            <a:off x="3133823" y="3190875"/>
            <a:ext cx="5924355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56016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1BF96DB-F990-4909-B26A-7B9C9E805A9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collection now reports list changes.</a:t>
            </a:r>
          </a:p>
          <a:p xmlns:a="http://schemas.openxmlformats.org/drawingml/2006/main">
            <a:pPr lvl="0">
              <a:buNone/>
            </a:pPr>
            <a:r>
              <a:t>The old page refresh code has no job.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3 Remove the bridge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9567662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1BF96DB-F990-4909-B26A-7B9C9E805A9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Remove the reset calls.</a:t>
            </a:r>
          </a:p>
          <a:p xmlns:a="http://schemas.openxmlformats.org/drawingml/2006/main">
            <a:pPr lvl="0">
              <a:buNone/>
            </a:pPr>
            <a:r>
              <a:t>Add still updates the screen.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3 Check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8057384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1BF96DB-F990-4909-B26A-7B9C9E805A9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Edit replaces one item in the collection.</a:t>
            </a:r>
          </a:p>
          <a:p xmlns:a="http://schemas.openxmlformats.org/drawingml/2006/main">
            <a:pPr lvl="0">
              <a:buNone/>
            </a:pPr>
            <a:r>
              <a:t>Delete removes one item.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5 Replace and remove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5417791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1BF96DB-F990-4909-B26A-7B9C9E805A9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Edit changes one row.</a:t>
            </a:r>
          </a:p>
          <a:p xmlns:a="http://schemas.openxmlformats.org/drawingml/2006/main">
            <a:pPr lvl="0">
              <a:buNone/>
            </a:pPr>
            <a:r>
              <a:t>Delete removes one row without a reset.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5 Check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BF5B77-729A-4DFD-9709-D161FA2B41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02b84136314ef3"/>
          <a:stretch xmlns:a="http://schemas.openxmlformats.org/drawingml/2006/main"/>
        </p:blipFill>
        <p:spPr>
          <a:xfrm xmlns:a="http://schemas.openxmlformats.org/drawingml/2006/main">
            <a:off x="3133823" y="3190875"/>
            <a:ext cx="5924355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29160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1BF96DB-F990-4909-B26A-7B9C9E805A9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Show the completed app workflow.</a:t>
            </a:r>
          </a:p>
          <a:p xmlns:a="http://schemas.openxmlformats.org/drawingml/2006/main">
            <a:pPr lvl="0">
              <a:buNone/>
            </a:pPr>
            <a:r>
              <a:t>Explain which responsibility changed.</a:t>
            </a:r>
          </a:p>
          <a:p xmlns:a="http://schemas.openxmlformats.org/drawingml/2006/main">
            <a:pPr lvl="0">
              <a:buNone/>
            </a:pPr>
            <a:r>
              <a:t>Check the result before the next module.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Module review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56787208"/>
      </p:ext>
    </p:extLst>
  </p:cSld>
</p:sld>
</file>

<file path=ppt/theme/theme1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2026-10-15T21:03:09.2910000Z</dcterms:created>
  <dcterms:modified xsi:type="dcterms:W3CDTF">2026-10-15T21:03:09.2910000Z</dcterms:modified>
</coreProperties>
</file>