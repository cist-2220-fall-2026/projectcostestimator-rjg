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14152d5f31842cf" /><Relationship Type="http://schemas.openxmlformats.org/officeDocument/2006/relationships/extended-properties" Target="/docProps/app.xml" Id="R6884b54cab3a484c" /><Relationship Type="http://schemas.openxmlformats.org/officeDocument/2006/relationships/officeDocument" Target="/ppt/presentation.xml" Id="R1547200362f844a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94ba97191c649a0"/>
  </p:sldMasterIdLst>
  <p:notesMasterIdLst>
    <p:notesMasterId xmlns:r="http://schemas.openxmlformats.org/officeDocument/2006/relationships" r:id="Rd2653d37aa414254"/>
  </p:notesMasterIdLst>
  <p:sldIdLst>
    <p:sldId xmlns:r="http://schemas.openxmlformats.org/officeDocument/2006/relationships" id="256" r:id="Ra7aa2934c9204b76"/>
    <p:sldId xmlns:r="http://schemas.openxmlformats.org/officeDocument/2006/relationships" id="257" r:id="Rc59ff22ad5c64dec"/>
    <p:sldId xmlns:r="http://schemas.openxmlformats.org/officeDocument/2006/relationships" id="258" r:id="R7de1857d8b5e48cc"/>
    <p:sldId xmlns:r="http://schemas.openxmlformats.org/officeDocument/2006/relationships" id="259" r:id="Rdd34991ffd8a444b"/>
    <p:sldId xmlns:r="http://schemas.openxmlformats.org/officeDocument/2006/relationships" id="260" r:id="Rb77f911782524fc0"/>
    <p:sldId xmlns:r="http://schemas.openxmlformats.org/officeDocument/2006/relationships" id="261" r:id="R6478ba92ec4e4a2e"/>
    <p:sldId xmlns:r="http://schemas.openxmlformats.org/officeDocument/2006/relationships" id="262" r:id="R87bc1383ffa54d36"/>
    <p:sldId xmlns:r="http://schemas.openxmlformats.org/officeDocument/2006/relationships" id="263" r:id="Rf38b69261f644253"/>
    <p:sldId xmlns:r="http://schemas.openxmlformats.org/officeDocument/2006/relationships" id="264" r:id="R9a20d5b27c1245d0"/>
    <p:sldId xmlns:r="http://schemas.openxmlformats.org/officeDocument/2006/relationships" id="265" r:id="Rcfc561b422844f06"/>
    <p:sldId xmlns:r="http://schemas.openxmlformats.org/officeDocument/2006/relationships" id="266" r:id="R5352f91479594ee4"/>
    <p:sldId xmlns:r="http://schemas.openxmlformats.org/officeDocument/2006/relationships" id="267" r:id="R149c468de4344be4"/>
    <p:sldId xmlns:r="http://schemas.openxmlformats.org/officeDocument/2006/relationships" id="268" r:id="R4aee8ba404f54fa7"/>
    <p:sldId xmlns:r="http://schemas.openxmlformats.org/officeDocument/2006/relationships" id="269" r:id="R45e8999909134c7e"/>
  </p:sldIdLst>
  <p:sldSz cx="12192000" cy="6858000"/>
  <p:notesSz cx="6858000" cy="9144000"/>
  <p:defaultTextStyle>
    <a:defPPr xmlns:a="http://schemas.openxmlformats.org/drawingml/2006/main">
      <a:buNone/>
    </a:defPPr>
    <a:lvl1pPr xmlns:a="http://schemas.openxmlformats.org/drawingml/2006/main" marL="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1pPr>
    <a:lvl2pPr xmlns:a="http://schemas.openxmlformats.org/drawingml/2006/main" marL="4572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2pPr>
    <a:lvl3pPr xmlns:a="http://schemas.openxmlformats.org/drawingml/2006/main" marL="9144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3pPr>
    <a:lvl4pPr xmlns:a="http://schemas.openxmlformats.org/drawingml/2006/main" marL="13716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4pPr>
    <a:lvl5pPr xmlns:a="http://schemas.openxmlformats.org/drawingml/2006/main" marL="18288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5pPr>
    <a:lvl6pPr xmlns:a="http://schemas.openxmlformats.org/drawingml/2006/main" marL="22860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6pPr>
    <a:lvl7pPr xmlns:a="http://schemas.openxmlformats.org/drawingml/2006/main" marL="27432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7pPr>
    <a:lvl8pPr xmlns:a="http://schemas.openxmlformats.org/drawingml/2006/main" marL="32004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8pPr>
    <a:lvl9pPr xmlns:a="http://schemas.openxmlformats.org/drawingml/2006/main" marL="36576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2dc04303d114b7c" /><Relationship Type="http://schemas.openxmlformats.org/officeDocument/2006/relationships/slideMaster" Target="/ppt/slideMasters/slideMaster1.xml" Id="Rd94ba97191c649a0" /><Relationship Type="http://schemas.openxmlformats.org/officeDocument/2006/relationships/notesMaster" Target="/ppt/notesMasters/notesMaster1.xml" Id="Rd2653d37aa414254" /><Relationship Type="http://schemas.openxmlformats.org/officeDocument/2006/relationships/presProps" Target="/ppt/presProps.xml" Id="Rb8898315ed5d4a29" /><Relationship Type="http://schemas.openxmlformats.org/officeDocument/2006/relationships/viewProps" Target="/ppt/viewProps.xml" Id="R723788710f164e28" /><Relationship Type="http://schemas.openxmlformats.org/officeDocument/2006/relationships/tableStyles" Target="/ppt/tableStyles.xml" Id="Re1216f8a4b0f402a" /><Relationship Type="http://schemas.openxmlformats.org/officeDocument/2006/relationships/slide" Target="/ppt/slides/slide1.xml" Id="Ra7aa2934c9204b76" /><Relationship Type="http://schemas.openxmlformats.org/officeDocument/2006/relationships/slide" Target="/ppt/slides/slide2.xml" Id="Rc59ff22ad5c64dec" /><Relationship Type="http://schemas.openxmlformats.org/officeDocument/2006/relationships/slide" Target="/ppt/slides/slide3.xml" Id="R7de1857d8b5e48cc" /><Relationship Type="http://schemas.openxmlformats.org/officeDocument/2006/relationships/slide" Target="/ppt/slides/slide4.xml" Id="Rdd34991ffd8a444b" /><Relationship Type="http://schemas.openxmlformats.org/officeDocument/2006/relationships/slide" Target="/ppt/slides/slide5.xml" Id="Rb77f911782524fc0" /><Relationship Type="http://schemas.openxmlformats.org/officeDocument/2006/relationships/slide" Target="/ppt/slides/slide6.xml" Id="R6478ba92ec4e4a2e" /><Relationship Type="http://schemas.openxmlformats.org/officeDocument/2006/relationships/slide" Target="/ppt/slides/slide7.xml" Id="R87bc1383ffa54d36" /><Relationship Type="http://schemas.openxmlformats.org/officeDocument/2006/relationships/slide" Target="/ppt/slides/slide8.xml" Id="Rf38b69261f644253" /><Relationship Type="http://schemas.openxmlformats.org/officeDocument/2006/relationships/slide" Target="/ppt/slides/slide9.xml" Id="R9a20d5b27c1245d0" /><Relationship Type="http://schemas.openxmlformats.org/officeDocument/2006/relationships/slide" Target="/ppt/slides/slide10.xml" Id="Rcfc561b422844f06" /><Relationship Type="http://schemas.openxmlformats.org/officeDocument/2006/relationships/slide" Target="/ppt/slides/slide11.xml" Id="R5352f91479594ee4" /><Relationship Type="http://schemas.openxmlformats.org/officeDocument/2006/relationships/slide" Target="/ppt/slides/slide12.xml" Id="R149c468de4344be4" /><Relationship Type="http://schemas.openxmlformats.org/officeDocument/2006/relationships/slide" Target="/ppt/slides/slide13.xml" Id="R4aee8ba404f54fa7" /><Relationship Type="http://schemas.openxmlformats.org/officeDocument/2006/relationships/slide" Target="/ppt/slides/slide14.xml" Id="R45e8999909134c7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4287b61dd1d47e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EMMW Tech Bronze Theme Widescree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ee7cbf679b441a1" /><Relationship Type="http://schemas.openxmlformats.org/officeDocument/2006/relationships/notesMaster" Target="/ppt/notesMasters/notesMaster1.xml" Id="R49be20aae54648d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9ff67b88a5c4e7a" /><Relationship Type="http://schemas.openxmlformats.org/officeDocument/2006/relationships/notesMaster" Target="/ppt/notesMasters/notesMaster1.xml" Id="R68231450a40043c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233582eec1d4980" /><Relationship Type="http://schemas.openxmlformats.org/officeDocument/2006/relationships/notesMaster" Target="/ppt/notesMasters/notesMaster1.xml" Id="R3bcf9a8d522b44a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576fc91f7f643b2" /><Relationship Type="http://schemas.openxmlformats.org/officeDocument/2006/relationships/notesMaster" Target="/ppt/notesMasters/notesMaster1.xml" Id="R248f0d19e41e43e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3cb9acb1d3a42c4" /><Relationship Type="http://schemas.openxmlformats.org/officeDocument/2006/relationships/notesMaster" Target="/ppt/notesMasters/notesMaster1.xml" Id="R8895c01bc0af416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6f648b8c9d1047df" /><Relationship Type="http://schemas.openxmlformats.org/officeDocument/2006/relationships/notesMaster" Target="/ppt/notesMasters/notesMaster1.xml" Id="Ra60bcf56b1a54d29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a237fd997cd44bb2" /><Relationship Type="http://schemas.openxmlformats.org/officeDocument/2006/relationships/notesMaster" Target="/ppt/notesMasters/notesMaster1.xml" Id="R12c42e889896403f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bd51fe583dca4938" /><Relationship Type="http://schemas.openxmlformats.org/officeDocument/2006/relationships/notesMaster" Target="/ppt/notesMasters/notesMaster1.xml" Id="R2f7669f6549a4eae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aec4428fb49e4099" /><Relationship Type="http://schemas.openxmlformats.org/officeDocument/2006/relationships/notesMaster" Target="/ppt/notesMasters/notesMaster1.xml" Id="Rdf434171792743a7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30f59c368d9f42df" /><Relationship Type="http://schemas.openxmlformats.org/officeDocument/2006/relationships/notesMaster" Target="/ppt/notesMasters/notesMaster1.xml" Id="R139f0440c21c4830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420d47defe2f479e" /><Relationship Type="http://schemas.openxmlformats.org/officeDocument/2006/relationships/notesMaster" Target="/ppt/notesMasters/notesMaster1.xml" Id="Rc3f5c9f8e0064696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060356d1866b4dd0" /><Relationship Type="http://schemas.openxmlformats.org/officeDocument/2006/relationships/notesMaster" Target="/ppt/notesMasters/notesMaster1.xml" Id="Re76bbcfcd61e4b3f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3f003d3c89044bf7" /><Relationship Type="http://schemas.openxmlformats.org/officeDocument/2006/relationships/notesMaster" Target="/ppt/notesMasters/notesMaster1.xml" Id="R4097d55f5ec8415b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a5410f7ac5554a99" /><Relationship Type="http://schemas.openxmlformats.org/officeDocument/2006/relationships/notesMaster" Target="/ppt/notesMasters/notesMaster1.xml" Id="R244771bc07374d2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Open the matching Word tutorial after the exercise overview. Source: Module 6 Word tutorial.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Give students the outcome before they start. Source: Module 6 Word tutorial.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Explain the framework idea before the first exercise step. MAUI documentation: https://learn.microsoft.com/dotnet/maui/user-interface/controls/collectionview/populate-data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Ask students to identify the C# object, the XAML control, and the connection between them. Source: Module 6 Word tutorial. MAUI documentation: https://learn.microsoft.com/dotnet/maui/user-interface/controls/collectionview/populate-data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Before tutorial Step 1: explain these concepts. Ask students to predict what the change will do. Then open Step 1 in the Word tutorial. Source: Module 6 Word tutorial. Related MAUI documentation: https://learn.microsoft.com/dotnet/maui/user-interface/controls/collectionview/populate-data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After tutorial Step 1: run the app or inspect the code. Ask students to explain the observed result. Source: Module 6 Word tutorial.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Before tutorial Step 2: explain these concepts. Ask students to predict what the change will do. Then open Step 2 in the Word tutorial. Source: Module 6 Word tutorial. Related MAUI documentation: https://learn.microsoft.com/dotnet/maui/user-interface/controls/collectionview/populate-data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After tutorial Step 2: run the app or inspect the code. Ask students to explain the observed result. Source: Module 6 Word tutorial.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Before tutorial Step 3: explain these concepts. Ask students to predict what the change will do. Then open Step 3 in the Word tutorial. Source: Module 6 Word tutorial. Related MAUI documentation: https://learn.microsoft.com/dotnet/maui/user-interface/controls/collectionview/populate-data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After tutorial Step 3: run the app or inspect the code. Ask students to explain the observed result. Source: Module 6 Word tutorial.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Before tutorial Step 5: explain these concepts. Ask students to predict what the change will do. Then open Step 5 in the Word tutorial. Source: Module 6 Word tutorial. Related MAUI documentation: https://learn.microsoft.com/dotnet/maui/user-interface/controls/collectionview/populate-data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After tutorial Step 5: run the app or inspect the code. Ask students to explain the observed result. Source: Module 6 Word tutorial.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the final tutorial checklist. Ask students to explain the module concept without reading code. Source: Module 6 Word tutorial.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Student reading: CollectionView data updates. https://learn.microsoft.com/dotnet/maui/user-interface/controls/collectionview/populate-data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bef5e3517a24549" /><Relationship Type="http://schemas.openxmlformats.org/officeDocument/2006/relationships/image" Target="/ppt/media/image.png" Id="R0e020d16990c430d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3695b5b41044acf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14086d0b8584f09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28df7001eb44b57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8afc0a3b0034d62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7fde3a8ccb74524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4aef49d4c7b4720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d4819cec35d44cc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2eeeec0e67c4b57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8cb0008b2154348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7f4bc079cfa4a43" /></Relationships>
</file>

<file path=ppt/slideLayouts/slideLayout1.xml><?xml version="1.0" encoding="utf-8"?>
<p:sldLayout xmlns:p="http://schemas.openxmlformats.org/presentationml/2006/main" type="title" preserve="1">
  <p:cSld name="Title Slide">
    <p:bg>
      <p:bgPr>
        <a:solidFill xmlns:a="http://schemas.openxmlformats.org/drawingml/2006/main">
          <a:schemeClr val="tx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!!Rectangle">
            <a:extLst xmlns:a="http://schemas.openxmlformats.org/drawingml/2006/main">
              <a:ext uri="{FF2B5EF4-FFF2-40B4-BE49-F238E27FC236}">
                <a16:creationId xmlns:a16="http://schemas.microsoft.com/office/drawing/2014/main" id="{A8337851-1C2F-255A-B02C-62D7A1CC2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tx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1013"/>
          </a:p>
        </p:txBody>
      </p:sp>
      <p:pic>
        <p:nvPicPr>
          <p:cNvPr id="14" name="Picture 13">
            <a:extLst xmlns:a="http://schemas.openxmlformats.org/drawingml/2006/main">
              <a:ext uri="{FF2B5EF4-FFF2-40B4-BE49-F238E27FC236}">
                <a16:creationId xmlns:a16="http://schemas.microsoft.com/office/drawing/2014/main" id="{10B73114-A675-49AA-B61D-F9C9FDDDC6F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e020d16990c430d">
            <a:alphaModFix amt="40000"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471493" y="280600"/>
            <a:ext cx="7249014" cy="7178499"/>
          </a:xfrm>
          <a:prstGeom xmlns:a="http://schemas.openxmlformats.org/drawingml/2006/main" prst="rect">
            <a:avLst/>
          </a:prstGeom>
        </p:spPr>
      </p:pic>
      <p:sp>
        <p:nvSpPr>
          <p:cNvPr id="16" name="Rectangle 15">
            <a:extLst xmlns:a="http://schemas.openxmlformats.org/drawingml/2006/main">
              <a:ext uri="{FF2B5EF4-FFF2-40B4-BE49-F238E27FC236}">
                <a16:creationId xmlns:a16="http://schemas.microsoft.com/office/drawing/2014/main" id="{1B19A28E-E483-5B65-D3DF-993E4D1EF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1120140" y="346791"/>
            <a:ext cx="146304" cy="704088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1013">
              <a:solidFill>
                <a:prstClr val="white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7" name="Rectangle 16">
            <a:extLst xmlns:a="http://schemas.openxmlformats.org/drawingml/2006/main">
              <a:ext uri="{FF2B5EF4-FFF2-40B4-BE49-F238E27FC236}">
                <a16:creationId xmlns:a16="http://schemas.microsoft.com/office/drawing/2014/main" id="{735CDC6E-08BA-8B17-B723-AEBCF8949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8" y="3241202"/>
            <a:ext cx="10506456" cy="18288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 w="3175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marL="0" marR="0" lvl="0" indent="0" algn="ctr" defTabSz="51435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013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46814110-C5EE-4EC6-A147-8D1E27EDF2C8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912876" y="970226"/>
            <a:ext cx="10363200" cy="2149475"/>
          </a:xfrm>
        </p:spPr>
        <p:txBody>
          <a:bodyPr xmlns:a="http://schemas.openxmlformats.org/drawingml/2006/main" anchor="b">
            <a:normAutofit/>
          </a:bodyPr>
          <a:lstStyle xmlns:a="http://schemas.openxmlformats.org/drawingml/2006/main">
            <a:lvl1pPr algn="l">
              <a:buNone/>
              <a:defRPr sz="4000" b="1" kern="1200">
                <a:solidFill>
                  <a:schemeClr val="bg1"/>
                </a:solidFill>
                <a:latin typeface="Orbitron"/>
                <a:ea typeface="Orbitron"/>
                <a:cs typeface="Orbitron"/>
              </a:defRPr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88993646-547D-4B58-8F7C-D62C9DEC7CA1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912879" y="3396875"/>
            <a:ext cx="10363199" cy="2615182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 marL="160735" indent="-160735" algn="l">
              <a:buFont typeface="Arial"/>
              <a:buChar char="•"/>
              <a:defRPr sz="2000" kern="1200">
                <a:solidFill>
                  <a:schemeClr val="bg1"/>
                </a:solidFill>
                <a:latin typeface="Montserrat"/>
                <a:ea typeface="Montserrat"/>
                <a:cs typeface="Montserrat"/>
              </a:defRPr>
            </a:lvl1pPr>
            <a:lvl2pPr marL="25717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51435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77152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28587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154305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180022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r>
              <a:t>Click to edit Master subtitle style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A927226B-76C0-41A5-A9B2-C922764AA675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28BE76A-8D17-464E-8A0A-B72C3EB3C0DF}" type="datetimeFigureOut">
              <a:t>14-Feb-26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DDC3E67B-708C-49DC-8722-C371F2616C4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B8472FF8-4520-4459-B823-01453801035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CE8ACD5-B1E0-4D51-B2B6-78FE6609EF9C}" type="slidenum">
              <a:t>‹#›</a:t>
            </a:fld>
            <a:endParaRPr/>
          </a:p>
        </p:txBody>
      </p:sp>
      <p:sp>
        <p:nvSpPr>
          <p:cNvPr id="25" name="Rectangle 24">
            <a:extLst xmlns:a="http://schemas.openxmlformats.org/drawingml/2006/main">
              <a:ext uri="{FF2B5EF4-FFF2-40B4-BE49-F238E27FC236}">
                <a16:creationId xmlns:a16="http://schemas.microsoft.com/office/drawing/2014/main" id="{61042D97-83DB-BE5F-E8CD-8D278F42A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271" y="546847"/>
            <a:ext cx="1016000" cy="25846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tx1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1013"/>
          </a:p>
        </p:txBody>
      </p:sp>
    </p:spTree>
  </p:cSld>
</p:sldLayout>
</file>

<file path=ppt/slideLayouts/slideLayout2.xml><?xml version="1.0" encoding="utf-8"?>
<p:sldLayout xmlns:p="http://schemas.openxmlformats.org/presentationml/2006/main" preserve="1">
  <p:cSld name="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F18BBF66-8A4E-4CCE-B48F-A983CA69D2CD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287EAD35-E63B-4CDB-A271-DAB1397E2D85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28BE76A-8D17-464E-8A0A-B72C3EB3C0DF}" type="datetimeFigureOut">
              <a:t>14-Feb-26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8B70EB83-1F85-4090-B435-40121C637579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1BE9DCCB-2686-4879-9CED-7F5D6AFD85A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630024" y="6356355"/>
            <a:ext cx="2211293" cy="3651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CE8ACD5-B1E0-4D51-B2B6-78FE6609EF9C}" type="slidenum">
              <a:t>‹#›</a:t>
            </a:fld>
            <a:endParaRPr/>
          </a:p>
        </p:txBody>
      </p:sp>
      <p:sp>
        <p:nvSpPr>
          <p:cNvPr id="7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2DF4F548-EDEF-186D-6633-AF1ABC814BC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09600" y="274638"/>
            <a:ext cx="10972800" cy="1143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</p:spTree>
  </p:cSld>
</p:sldLayout>
</file>

<file path=ppt/slideLayouts/slideLayout3.xml><?xml version="1.0" encoding="utf-8"?>
<p:sldLayout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E3A8F523-0720-4F9D-9CFB-8A1B2CC1D17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63084" y="4406905"/>
            <a:ext cx="10363200" cy="1362075"/>
          </a:xfrm>
        </p:spPr>
        <p:txBody>
          <a:bodyPr xmlns:a="http://schemas.openxmlformats.org/drawingml/2006/main" anchor="t"/>
          <a:lstStyle xmlns:a="http://schemas.openxmlformats.org/drawingml/2006/main">
            <a:lvl1pPr algn="l">
              <a:buNone/>
              <a:defRPr sz="2250" b="1" cap="all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724679CF-BF0C-4026-B169-7AFC8E827FA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963084" y="2906713"/>
            <a:ext cx="10363200" cy="1500187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1125">
                <a:solidFill>
                  <a:schemeClr val="tx1">
                    <a:tint val="75000"/>
                  </a:schemeClr>
                </a:solidFill>
              </a:defRPr>
            </a:lvl1pPr>
            <a:lvl2pPr marL="257175" indent="0">
              <a:buNone/>
              <a:defRPr sz="1013">
                <a:solidFill>
                  <a:schemeClr val="tx1">
                    <a:tint val="75000"/>
                  </a:schemeClr>
                </a:solidFill>
              </a:defRPr>
            </a:lvl2pPr>
            <a:lvl3pPr marL="514350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3pPr>
            <a:lvl4pPr marL="771525" indent="0">
              <a:buNone/>
              <a:defRPr sz="788">
                <a:solidFill>
                  <a:schemeClr val="tx1">
                    <a:tint val="75000"/>
                  </a:schemeClr>
                </a:solidFill>
              </a:defRPr>
            </a:lvl4pPr>
            <a:lvl5pPr marL="1028700" indent="0">
              <a:buNone/>
              <a:defRPr sz="788">
                <a:solidFill>
                  <a:schemeClr val="tx1">
                    <a:tint val="75000"/>
                  </a:schemeClr>
                </a:solidFill>
              </a:defRPr>
            </a:lvl5pPr>
            <a:lvl6pPr marL="1285875" indent="0">
              <a:buNone/>
              <a:defRPr sz="788">
                <a:solidFill>
                  <a:schemeClr val="tx1">
                    <a:tint val="75000"/>
                  </a:schemeClr>
                </a:solidFill>
              </a:defRPr>
            </a:lvl6pPr>
            <a:lvl7pPr marL="1543050" indent="0">
              <a:buNone/>
              <a:defRPr sz="788">
                <a:solidFill>
                  <a:schemeClr val="tx1">
                    <a:tint val="75000"/>
                  </a:schemeClr>
                </a:solidFill>
              </a:defRPr>
            </a:lvl7pPr>
            <a:lvl8pPr marL="1800225" indent="0">
              <a:buNone/>
              <a:defRPr sz="788">
                <a:solidFill>
                  <a:schemeClr val="tx1">
                    <a:tint val="75000"/>
                  </a:schemeClr>
                </a:solidFill>
              </a:defRPr>
            </a:lvl8pPr>
            <a:lvl9pPr marL="2057400" indent="0">
              <a:buNone/>
              <a:defRPr sz="788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69A39B37-1B3B-4790-B012-205020162FE6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28BE76A-8D17-464E-8A0A-B72C3EB3C0DF}" type="datetimeFigureOut">
              <a:t>14-Feb-26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F0CE3DDE-F4A9-4059-B8E0-9CFF123F3F98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0A1D69D7-5E42-47CE-8B1D-E3A3DD42691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CE8ACD5-B1E0-4D51-B2B6-78FE6609EF9C}" type="slidenum">
              <a:t>‹#›</a:t>
            </a:fld>
            <a:endParaRPr/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E457A166-B4A9-49AE-ACCB-48131F8F657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F8A7DDD2-A264-442D-AE89-78E838C6496A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609600" y="1600205"/>
            <a:ext cx="5384800" cy="452596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1575"/>
            </a:lvl1pPr>
            <a:lvl2pPr>
              <a:buNone/>
              <a:defRPr sz="1350"/>
            </a:lvl2pPr>
            <a:lvl3pPr>
              <a:buNone/>
              <a:defRPr sz="1125"/>
            </a:lvl3pPr>
            <a:lvl4pPr>
              <a:buNone/>
              <a:defRPr sz="1013"/>
            </a:lvl4pPr>
            <a:lvl5pPr>
              <a:buNone/>
              <a:defRPr sz="1013"/>
            </a:lvl5pPr>
            <a:lvl6pPr>
              <a:buNone/>
              <a:defRPr sz="1013"/>
            </a:lvl6pPr>
            <a:lvl7pPr>
              <a:buNone/>
              <a:defRPr sz="1013"/>
            </a:lvl7pPr>
            <a:lvl8pPr>
              <a:buNone/>
              <a:defRPr sz="1013"/>
            </a:lvl8pPr>
            <a:lvl9pPr>
              <a:buNone/>
              <a:defRPr sz="1013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D9D46197-7686-4940-BC7F-1F7F7BDF228D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6197600" y="1600205"/>
            <a:ext cx="5384800" cy="452596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1575"/>
            </a:lvl1pPr>
            <a:lvl2pPr>
              <a:buNone/>
              <a:defRPr sz="1350"/>
            </a:lvl2pPr>
            <a:lvl3pPr>
              <a:buNone/>
              <a:defRPr sz="1125"/>
            </a:lvl3pPr>
            <a:lvl4pPr>
              <a:buNone/>
              <a:defRPr sz="1013"/>
            </a:lvl4pPr>
            <a:lvl5pPr>
              <a:buNone/>
              <a:defRPr sz="1013"/>
            </a:lvl5pPr>
            <a:lvl6pPr>
              <a:buNone/>
              <a:defRPr sz="1013"/>
            </a:lvl6pPr>
            <a:lvl7pPr>
              <a:buNone/>
              <a:defRPr sz="1013"/>
            </a:lvl7pPr>
            <a:lvl8pPr>
              <a:buNone/>
              <a:defRPr sz="1013"/>
            </a:lvl8pPr>
            <a:lvl9pPr>
              <a:buNone/>
              <a:defRPr sz="1013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76F91BD4-CA0E-4900-840A-0DF7C088689E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28BE76A-8D17-464E-8A0A-B72C3EB3C0DF}" type="datetimeFigureOut">
              <a:t>14-Feb-26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7CB4BF8B-3E26-4BBC-80EF-B014A8DE8FF2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6FD3531F-E694-4E83-B772-737A3CE90C1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CE8ACD5-B1E0-4D51-B2B6-78FE6609EF9C}" type="slidenum">
              <a:t>‹#›</a:t>
            </a:fld>
            <a:endParaRPr/>
          </a:p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FA016EEC-B78D-4BC9-B724-A2523D2A395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C5251B65-15BF-4903-B767-93D9CC3DC49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09600" y="1535113"/>
            <a:ext cx="5386917" cy="63976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1350" b="1"/>
            </a:lvl1pPr>
            <a:lvl2pPr marL="257175" indent="0">
              <a:buNone/>
              <a:defRPr sz="1125" b="1"/>
            </a:lvl2pPr>
            <a:lvl3pPr marL="514350" indent="0">
              <a:buNone/>
              <a:defRPr sz="1013" b="1"/>
            </a:lvl3pPr>
            <a:lvl4pPr marL="771525" indent="0">
              <a:buNone/>
              <a:defRPr sz="900" b="1"/>
            </a:lvl4pPr>
            <a:lvl5pPr marL="1028700" indent="0">
              <a:buNone/>
              <a:defRPr sz="900" b="1"/>
            </a:lvl5pPr>
            <a:lvl6pPr marL="1285875" indent="0">
              <a:buNone/>
              <a:defRPr sz="900" b="1"/>
            </a:lvl6pPr>
            <a:lvl7pPr marL="1543050" indent="0">
              <a:buNone/>
              <a:defRPr sz="900" b="1"/>
            </a:lvl7pPr>
            <a:lvl8pPr marL="1800225" indent="0">
              <a:buNone/>
              <a:defRPr sz="900" b="1"/>
            </a:lvl8pPr>
            <a:lvl9pPr marL="2057400" indent="0">
              <a:buNone/>
              <a:defRPr sz="9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1D25E320-29D3-4D2D-A295-0FE5908F0FA0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609600" y="2174875"/>
            <a:ext cx="5386917" cy="3951288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1350"/>
            </a:lvl1pPr>
            <a:lvl2pPr>
              <a:buNone/>
              <a:defRPr sz="1125"/>
            </a:lvl2pPr>
            <a:lvl3pPr>
              <a:buNone/>
              <a:defRPr sz="1013"/>
            </a:lvl3pPr>
            <a:lvl4pPr>
              <a:buNone/>
              <a:defRPr sz="900"/>
            </a:lvl4pPr>
            <a:lvl5pPr>
              <a:buNone/>
              <a:defRPr sz="900"/>
            </a:lvl5pPr>
            <a:lvl6pPr>
              <a:buNone/>
              <a:defRPr sz="900"/>
            </a:lvl6pPr>
            <a:lvl7pPr>
              <a:buNone/>
              <a:defRPr sz="900"/>
            </a:lvl7pPr>
            <a:lvl8pPr>
              <a:buNone/>
              <a:defRPr sz="900"/>
            </a:lvl8pPr>
            <a:lvl9pPr>
              <a:buNone/>
              <a:defRPr sz="9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5" name="Text Placeholder 4">
            <a:extLst xmlns:a="http://schemas.openxmlformats.org/drawingml/2006/main">
              <a:ext uri="{FF2B5EF4-FFF2-40B4-BE49-F238E27FC236}">
                <a16:creationId xmlns:a16="http://schemas.microsoft.com/office/drawing/2014/main" id="{BDE78890-429C-45D0-90F5-F6AD6D355556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6193370" y="1535113"/>
            <a:ext cx="5389033" cy="63976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1350" b="1"/>
            </a:lvl1pPr>
            <a:lvl2pPr marL="257175" indent="0">
              <a:buNone/>
              <a:defRPr sz="1125" b="1"/>
            </a:lvl2pPr>
            <a:lvl3pPr marL="514350" indent="0">
              <a:buNone/>
              <a:defRPr sz="1013" b="1"/>
            </a:lvl3pPr>
            <a:lvl4pPr marL="771525" indent="0">
              <a:buNone/>
              <a:defRPr sz="900" b="1"/>
            </a:lvl4pPr>
            <a:lvl5pPr marL="1028700" indent="0">
              <a:buNone/>
              <a:defRPr sz="900" b="1"/>
            </a:lvl5pPr>
            <a:lvl6pPr marL="1285875" indent="0">
              <a:buNone/>
              <a:defRPr sz="900" b="1"/>
            </a:lvl6pPr>
            <a:lvl7pPr marL="1543050" indent="0">
              <a:buNone/>
              <a:defRPr sz="900" b="1"/>
            </a:lvl7pPr>
            <a:lvl8pPr marL="1800225" indent="0">
              <a:buNone/>
              <a:defRPr sz="900" b="1"/>
            </a:lvl8pPr>
            <a:lvl9pPr marL="2057400" indent="0">
              <a:buNone/>
              <a:defRPr sz="9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6" name="Content Placeholder 5">
            <a:extLst xmlns:a="http://schemas.openxmlformats.org/drawingml/2006/main">
              <a:ext uri="{FF2B5EF4-FFF2-40B4-BE49-F238E27FC236}">
                <a16:creationId xmlns:a16="http://schemas.microsoft.com/office/drawing/2014/main" id="{78B40C79-23A5-45B3-B869-50213D46D640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6193370" y="2174875"/>
            <a:ext cx="5389033" cy="3951288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1350"/>
            </a:lvl1pPr>
            <a:lvl2pPr>
              <a:buNone/>
              <a:defRPr sz="1125"/>
            </a:lvl2pPr>
            <a:lvl3pPr>
              <a:buNone/>
              <a:defRPr sz="1013"/>
            </a:lvl3pPr>
            <a:lvl4pPr>
              <a:buNone/>
              <a:defRPr sz="900"/>
            </a:lvl4pPr>
            <a:lvl5pPr>
              <a:buNone/>
              <a:defRPr sz="900"/>
            </a:lvl5pPr>
            <a:lvl6pPr>
              <a:buNone/>
              <a:defRPr sz="900"/>
            </a:lvl6pPr>
            <a:lvl7pPr>
              <a:buNone/>
              <a:defRPr sz="900"/>
            </a:lvl7pPr>
            <a:lvl8pPr>
              <a:buNone/>
              <a:defRPr sz="900"/>
            </a:lvl8pPr>
            <a:lvl9pPr>
              <a:buNone/>
              <a:defRPr sz="9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7" name="Date Placeholder 6">
            <a:extLst xmlns:a="http://schemas.openxmlformats.org/drawingml/2006/main">
              <a:ext uri="{FF2B5EF4-FFF2-40B4-BE49-F238E27FC236}">
                <a16:creationId xmlns:a16="http://schemas.microsoft.com/office/drawing/2014/main" id="{219D603B-E582-4FB2-BAE4-61B1B6AE823D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28BE76A-8D17-464E-8A0A-B72C3EB3C0DF}" type="datetimeFigureOut">
              <a:t>14-Feb-26</a:t>
            </a:fld>
            <a:endParaRPr/>
          </a:p>
        </p:txBody>
      </p:sp>
      <p:sp>
        <p:nvSpPr>
          <p:cNvPr id="8" name="Footer Placeholder 7">
            <a:extLst xmlns:a="http://schemas.openxmlformats.org/drawingml/2006/main">
              <a:ext uri="{FF2B5EF4-FFF2-40B4-BE49-F238E27FC236}">
                <a16:creationId xmlns:a16="http://schemas.microsoft.com/office/drawing/2014/main" id="{21DDF41D-E68C-4ACA-A461-C62CAEA6FB8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Slide Number Placeholder 8">
            <a:extLst xmlns:a="http://schemas.openxmlformats.org/drawingml/2006/main">
              <a:ext uri="{FF2B5EF4-FFF2-40B4-BE49-F238E27FC236}">
                <a16:creationId xmlns:a16="http://schemas.microsoft.com/office/drawing/2014/main" id="{FF104033-E490-4B54-A884-2B6CE35BD81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CE8ACD5-B1E0-4D51-B2B6-78FE6609EF9C}" type="slidenum">
              <a:t>‹#›</a:t>
            </a:fld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BE49F881-13DF-4EE2-80ED-26F5825198C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Date Placeholder 2">
            <a:extLst xmlns:a="http://schemas.openxmlformats.org/drawingml/2006/main">
              <a:ext uri="{FF2B5EF4-FFF2-40B4-BE49-F238E27FC236}">
                <a16:creationId xmlns:a16="http://schemas.microsoft.com/office/drawing/2014/main" id="{E25B2DC3-3559-4D8F-BD03-CADA4DAEE101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28BE76A-8D17-464E-8A0A-B72C3EB3C0DF}" type="datetimeFigureOut">
              <a:t>14-Feb-26</a:t>
            </a:fld>
            <a:endParaRPr/>
          </a:p>
        </p:txBody>
      </p:sp>
      <p:sp>
        <p:nvSpPr>
          <p:cNvPr id="4" name="Footer Placeholder 3">
            <a:extLst xmlns:a="http://schemas.openxmlformats.org/drawingml/2006/main">
              <a:ext uri="{FF2B5EF4-FFF2-40B4-BE49-F238E27FC236}">
                <a16:creationId xmlns:a16="http://schemas.microsoft.com/office/drawing/2014/main" id="{02B7ED88-1079-467C-92BF-8BBA00F0DA80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8C0A1BA0-4500-4328-9321-F721C18A2A7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CE8ACD5-B1E0-4D51-B2B6-78FE6609EF9C}" type="slidenum">
              <a:t>‹#›</a:t>
            </a:fld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Date Placeholder 1">
            <a:extLst xmlns:a="http://schemas.openxmlformats.org/drawingml/2006/main">
              <a:ext uri="{FF2B5EF4-FFF2-40B4-BE49-F238E27FC236}">
                <a16:creationId xmlns:a16="http://schemas.microsoft.com/office/drawing/2014/main" id="{77D8DC42-249B-420E-A847-80F8F3E4EA8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28BE76A-8D17-464E-8A0A-B72C3EB3C0DF}" type="datetimeFigureOut">
              <a:t>14-Feb-26</a:t>
            </a:fld>
            <a:endParaRPr/>
          </a:p>
        </p:txBody>
      </p:sp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DEE18333-A36E-4A0E-A9E2-2BD02AD96A4F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C2900628-4DEE-45B3-B9F0-D4A24FD0F84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CE8ACD5-B1E0-4D51-B2B6-78FE6609EF9C}" type="slidenum">
              <a:t>‹#›</a:t>
            </a:fld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6C91D27A-C072-4765-9312-C37A332C96F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09603" y="273050"/>
            <a:ext cx="4011084" cy="1162050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1125" b="1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6A5B232E-EDD6-437A-8522-241DF6F285D4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4766733" y="273055"/>
            <a:ext cx="6815667" cy="585311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1800"/>
            </a:lvl1pPr>
            <a:lvl2pPr>
              <a:buNone/>
              <a:defRPr sz="1575"/>
            </a:lvl2pPr>
            <a:lvl3pPr>
              <a:buNone/>
              <a:defRPr sz="1350"/>
            </a:lvl3pPr>
            <a:lvl4pPr>
              <a:buNone/>
              <a:defRPr sz="1125"/>
            </a:lvl4pPr>
            <a:lvl5pPr>
              <a:buNone/>
              <a:defRPr sz="1125"/>
            </a:lvl5pPr>
            <a:lvl6pPr>
              <a:buNone/>
              <a:defRPr sz="1125"/>
            </a:lvl6pPr>
            <a:lvl7pPr>
              <a:buNone/>
              <a:defRPr sz="1125"/>
            </a:lvl7pPr>
            <a:lvl8pPr>
              <a:buNone/>
              <a:defRPr sz="1125"/>
            </a:lvl8pPr>
            <a:lvl9pPr>
              <a:buNone/>
              <a:defRPr sz="1125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5F0774C1-2773-49C9-8D49-04ADBEA1D53C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09603" y="1435103"/>
            <a:ext cx="4011084" cy="4691063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788"/>
            </a:lvl1pPr>
            <a:lvl2pPr marL="257175" indent="0">
              <a:buNone/>
              <a:defRPr sz="675"/>
            </a:lvl2pPr>
            <a:lvl3pPr marL="514350" indent="0">
              <a:buNone/>
              <a:defRPr sz="563"/>
            </a:lvl3pPr>
            <a:lvl4pPr marL="771525" indent="0">
              <a:buNone/>
              <a:defRPr sz="506"/>
            </a:lvl4pPr>
            <a:lvl5pPr marL="1028700" indent="0">
              <a:buNone/>
              <a:defRPr sz="506"/>
            </a:lvl5pPr>
            <a:lvl6pPr marL="1285875" indent="0">
              <a:buNone/>
              <a:defRPr sz="506"/>
            </a:lvl6pPr>
            <a:lvl7pPr marL="1543050" indent="0">
              <a:buNone/>
              <a:defRPr sz="506"/>
            </a:lvl7pPr>
            <a:lvl8pPr marL="1800225" indent="0">
              <a:buNone/>
              <a:defRPr sz="506"/>
            </a:lvl8pPr>
            <a:lvl9pPr marL="2057400" indent="0">
              <a:buNone/>
              <a:defRPr sz="506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4A0230DD-BE8D-4F76-A443-793EA773332A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28BE76A-8D17-464E-8A0A-B72C3EB3C0DF}" type="datetimeFigureOut">
              <a:t>14-Feb-26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03E477C0-D995-4EA3-97E8-333D6D155B30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ED351480-4C11-4B68-88C8-817A1318F71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CE8ACD5-B1E0-4D51-B2B6-78FE6609EF9C}" type="slidenum">
              <a:t>‹#›</a:t>
            </a:fld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2EAC5805-A4ED-44FF-9215-7B82B5ACAB9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2389717" y="4800600"/>
            <a:ext cx="7315200" cy="566738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1125" b="1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Picture Placeholder 2">
            <a:extLst xmlns:a="http://schemas.openxmlformats.org/drawingml/2006/main">
              <a:ext uri="{FF2B5EF4-FFF2-40B4-BE49-F238E27FC236}">
                <a16:creationId xmlns:a16="http://schemas.microsoft.com/office/drawing/2014/main" id="{CF825E54-9B6F-4E8D-ADCB-DBAFDBD0D0BE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2389717" y="612775"/>
            <a:ext cx="7315200" cy="4114800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800"/>
            </a:lvl1pPr>
            <a:lvl2pPr marL="257175" indent="0">
              <a:buNone/>
              <a:defRPr sz="1575"/>
            </a:lvl2pPr>
            <a:lvl3pPr marL="514350" indent="0">
              <a:buNone/>
              <a:defRPr sz="1350"/>
            </a:lvl3pPr>
            <a:lvl4pPr marL="771525" indent="0">
              <a:buNone/>
              <a:defRPr sz="1125"/>
            </a:lvl4pPr>
            <a:lvl5pPr marL="1028700" indent="0">
              <a:buNone/>
              <a:defRPr sz="1125"/>
            </a:lvl5pPr>
            <a:lvl6pPr marL="1285875" indent="0">
              <a:buNone/>
              <a:defRPr sz="1125"/>
            </a:lvl6pPr>
            <a:lvl7pPr marL="1543050" indent="0">
              <a:buNone/>
              <a:defRPr sz="1125"/>
            </a:lvl7pPr>
            <a:lvl8pPr marL="1800225" indent="0">
              <a:buNone/>
              <a:defRPr sz="1125"/>
            </a:lvl8pPr>
            <a:lvl9pPr marL="2057400" indent="0">
              <a:buNone/>
              <a:defRPr sz="1125"/>
            </a:lvl9pPr>
          </a:lstStyle>
          <a:p xmlns:a="http://schemas.openxmlformats.org/drawingml/2006/main">
            <a:r>
              <a:t>Click icon to add picture</a:t>
            </a:r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B3BE0461-4B88-4A06-8CCD-B397B242E429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2389717" y="5367338"/>
            <a:ext cx="7315200" cy="804862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788"/>
            </a:lvl1pPr>
            <a:lvl2pPr marL="257175" indent="0">
              <a:buNone/>
              <a:defRPr sz="675"/>
            </a:lvl2pPr>
            <a:lvl3pPr marL="514350" indent="0">
              <a:buNone/>
              <a:defRPr sz="563"/>
            </a:lvl3pPr>
            <a:lvl4pPr marL="771525" indent="0">
              <a:buNone/>
              <a:defRPr sz="506"/>
            </a:lvl4pPr>
            <a:lvl5pPr marL="1028700" indent="0">
              <a:buNone/>
              <a:defRPr sz="506"/>
            </a:lvl5pPr>
            <a:lvl6pPr marL="1285875" indent="0">
              <a:buNone/>
              <a:defRPr sz="506"/>
            </a:lvl6pPr>
            <a:lvl7pPr marL="1543050" indent="0">
              <a:buNone/>
              <a:defRPr sz="506"/>
            </a:lvl7pPr>
            <a:lvl8pPr marL="1800225" indent="0">
              <a:buNone/>
              <a:defRPr sz="506"/>
            </a:lvl8pPr>
            <a:lvl9pPr marL="2057400" indent="0">
              <a:buNone/>
              <a:defRPr sz="506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C6B70DA3-6796-4A46-9228-1B33481EAE14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28BE76A-8D17-464E-8A0A-B72C3EB3C0DF}" type="datetimeFigureOut">
              <a:t>14-Feb-26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FE22E7B8-98F9-4E2C-86A3-C47F6FB2A244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3FDFB0FD-FF4A-4BDB-9A66-08A4D5E90E3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CE8ACD5-B1E0-4D51-B2B6-78FE6609EF9C}" type="slidenum">
              <a:t>‹#›</a:t>
            </a:fld>
            <a:endParaRPr/>
          </a:p>
        </p:txBody>
      </p:sp>
    </p:spTree>
  </p:cSld>
</p:sldLayout>
</file>

<file path=ppt/slideLayouts/slideLayout10.xml><?xml version="1.0" encoding="utf-8"?>
<p:sldLayout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48602CD7-4E32-45AD-BCFE-18A4B039DE7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A40A2DCC-A9A0-457F-9017-6CCDCDB3F3F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5CB5FFF7-614F-4BEF-854C-9E1F9FD8541E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28BE76A-8D17-464E-8A0A-B72C3EB3C0DF}" type="datetimeFigureOut">
              <a:t>14-Feb-26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46404CF3-F6A6-451C-B671-0175C7387549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E268AEDD-2942-49FC-AA90-4D3E22A7CF0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CE8ACD5-B1E0-4D51-B2B6-78FE6609EF9C}" type="slidenum">
              <a:t>‹#›</a:t>
            </a:fld>
            <a:endParaRPr/>
          </a:p>
        </p:txBody>
      </p:sp>
    </p:spTree>
  </p:cSld>
</p:sldLayout>
</file>

<file path=ppt/slideLayouts/slideLayout11.xml><?xml version="1.0" encoding="utf-8"?>
<p:sldLayout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Vertical Title 1">
            <a:extLst xmlns:a="http://schemas.openxmlformats.org/drawingml/2006/main">
              <a:ext uri="{FF2B5EF4-FFF2-40B4-BE49-F238E27FC236}">
                <a16:creationId xmlns:a16="http://schemas.microsoft.com/office/drawing/2014/main" id="{A1B73A6F-4BF2-4832-BFAB-222A77C3E7A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839200" y="274643"/>
            <a:ext cx="2743200" cy="5851525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B3AD5F90-5EA2-481B-B56F-A9655F35F56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09600" y="274643"/>
            <a:ext cx="8026400" cy="5851525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C4E216F0-BBF9-4C80-A3CD-F7E43C29D969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28BE76A-8D17-464E-8A0A-B72C3EB3C0DF}" type="datetimeFigureOut">
              <a:t>14-Feb-26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26977E61-00F6-4D64-81EE-50CF9AC1D315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855ABE48-8494-4A14-B9B6-5F97B8B1A44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CE8ACD5-B1E0-4D51-B2B6-78FE6609EF9C}" type="slidenum">
              <a:t>‹#›</a:t>
            </a:fld>
            <a:endParaRPr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image" Target="/ppt/media/image.png" Id="Rbb1110d1bcbc47e4" /><Relationship Type="http://schemas.openxmlformats.org/officeDocument/2006/relationships/theme" Target="/ppt/slideMasters/theme/theme2.xml" Id="R48fdffa713344f3c" /><Relationship Type="http://schemas.openxmlformats.org/officeDocument/2006/relationships/slideLayout" Target="/ppt/slideLayouts/slideLayout1.xml" Id="R69e35eae91fb4fa4" /><Relationship Type="http://schemas.openxmlformats.org/officeDocument/2006/relationships/slideLayout" Target="/ppt/slideLayouts/slideLayout2.xml" Id="Rabbffce0835346c2" /><Relationship Type="http://schemas.openxmlformats.org/officeDocument/2006/relationships/slideLayout" Target="/ppt/slideLayouts/slideLayout3.xml" Id="Rb7f2bc527ee04dfa" /><Relationship Type="http://schemas.openxmlformats.org/officeDocument/2006/relationships/slideLayout" Target="/ppt/slideLayouts/slideLayout4.xml" Id="Red633aa1bf05416e" /><Relationship Type="http://schemas.openxmlformats.org/officeDocument/2006/relationships/slideLayout" Target="/ppt/slideLayouts/slideLayout5.xml" Id="R6cc830b00b6c47da" /><Relationship Type="http://schemas.openxmlformats.org/officeDocument/2006/relationships/slideLayout" Target="/ppt/slideLayouts/slideLayout6.xml" Id="R35f04902f3cb4bf4" /><Relationship Type="http://schemas.openxmlformats.org/officeDocument/2006/relationships/slideLayout" Target="/ppt/slideLayouts/slideLayout7.xml" Id="R6a3231f7fc544c8a" /><Relationship Type="http://schemas.openxmlformats.org/officeDocument/2006/relationships/slideLayout" Target="/ppt/slideLayouts/slideLayout8.xml" Id="R94a6536fab7b4d62" /><Relationship Type="http://schemas.openxmlformats.org/officeDocument/2006/relationships/slideLayout" Target="/ppt/slideLayouts/slideLayout9.xml" Id="R592b658a258e4b89" /><Relationship Type="http://schemas.openxmlformats.org/officeDocument/2006/relationships/slideLayout" Target="/ppt/slideLayouts/slideLayout10.xml" Id="R1979304ed99e459c" /><Relationship Type="http://schemas.openxmlformats.org/officeDocument/2006/relationships/slideLayout" Target="/ppt/slideLayouts/slideLayout11.xml" Id="Rbe0d2d92aebb4dc4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E72D4D0A-59A6-417C-B183-9D27ABC2247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09600" y="274638"/>
            <a:ext cx="10972800" cy="1143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14733D90-7828-47E5-82D8-C175FE8A8A4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09600" y="1600205"/>
            <a:ext cx="10972800" cy="45259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198F2493-4276-4C59-84CE-32187AE2BC13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609600" y="6356355"/>
            <a:ext cx="284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675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828BE76A-8D17-464E-8A0A-B72C3EB3C0DF}" type="datetimeFigureOut">
              <a:t>14-Feb-26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F43F9313-888B-430F-B0F7-46A5CFD32077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165600" y="6356355"/>
            <a:ext cx="3860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675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E932969B-999E-4EA0-A8E7-C01E417F382A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737600" y="6356355"/>
            <a:ext cx="284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675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4CE8ACD5-B1E0-4D51-B2B6-78FE6609EF9C}" type="slidenum">
              <a:t>‹#›</a:t>
            </a:fld>
            <a:endParaRPr/>
          </a:p>
        </p:txBody>
      </p:sp>
      <p:pic>
        <p:nvPicPr>
          <p:cNvPr id="11" name="Picture 10">
            <a:extLst xmlns:a="http://schemas.openxmlformats.org/drawingml/2006/main">
              <a:ext uri="{FF2B5EF4-FFF2-40B4-BE49-F238E27FC236}">
                <a16:creationId xmlns:a16="http://schemas.microsoft.com/office/drawing/2014/main" id="{98082D64-B27B-4A15-9FAA-12D1576C8DD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b1110d1bcbc47e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1112386" y="5899161"/>
            <a:ext cx="1590269" cy="1574800"/>
          </a:xfrm>
          <a:prstGeom xmlns:a="http://schemas.openxmlformats.org/drawingml/2006/main"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9e35eae91fb4fa4"/>
    <p:sldLayoutId xmlns:r="http://schemas.openxmlformats.org/officeDocument/2006/relationships" id="2147483650" r:id="Rabbffce0835346c2"/>
    <p:sldLayoutId xmlns:r="http://schemas.openxmlformats.org/officeDocument/2006/relationships" id="2147483651" r:id="Rb7f2bc527ee04dfa"/>
    <p:sldLayoutId xmlns:r="http://schemas.openxmlformats.org/officeDocument/2006/relationships" id="2147483652" r:id="Red633aa1bf05416e"/>
    <p:sldLayoutId xmlns:r="http://schemas.openxmlformats.org/officeDocument/2006/relationships" id="2147483653" r:id="R6cc830b00b6c47da"/>
    <p:sldLayoutId xmlns:r="http://schemas.openxmlformats.org/officeDocument/2006/relationships" id="2147483654" r:id="R35f04902f3cb4bf4"/>
    <p:sldLayoutId xmlns:r="http://schemas.openxmlformats.org/officeDocument/2006/relationships" id="2147483655" r:id="R6a3231f7fc544c8a"/>
    <p:sldLayoutId xmlns:r="http://schemas.openxmlformats.org/officeDocument/2006/relationships" id="2147483656" r:id="R94a6536fab7b4d62"/>
    <p:sldLayoutId xmlns:r="http://schemas.openxmlformats.org/officeDocument/2006/relationships" id="2147483657" r:id="R592b658a258e4b89"/>
    <p:sldLayoutId xmlns:r="http://schemas.openxmlformats.org/officeDocument/2006/relationships" id="2147483658" r:id="R1979304ed99e459c"/>
    <p:sldLayoutId xmlns:r="http://schemas.openxmlformats.org/officeDocument/2006/relationships" id="2147483659" r:id="Rbe0d2d92aebb4dc4"/>
  </p:sldLayoutIdLst>
  <p:txStyles>
    <p:titleStyle>
      <a:lvl1pPr xmlns:a="http://schemas.openxmlformats.org/drawingml/2006/main" algn="ctr" defTabSz="257175">
        <a:spcBef>
          <a:spcPct val="0"/>
        </a:spcBef>
        <a:buNone/>
        <a:defRPr sz="4000" kern="1200">
          <a:solidFill>
            <a:srgbClr val="C19B57"/>
          </a:solidFill>
          <a:latin typeface="Orbitron"/>
          <a:ea typeface="Orbitron"/>
          <a:cs typeface="Orbitron"/>
        </a:defRPr>
      </a:lvl1pPr>
    </p:titleStyle>
    <p:bodyStyle>
      <a:lvl1pPr xmlns:a="http://schemas.openxmlformats.org/drawingml/2006/main" marL="192881" indent="-192881" algn="l" defTabSz="257175">
        <a:spcBef>
          <a:spcPct val="20000"/>
        </a:spcBef>
        <a:buFont typeface="Arial"/>
        <a:buChar char="•"/>
        <a:defRPr sz="2800" kern="1200">
          <a:solidFill>
            <a:schemeClr val="tx1"/>
          </a:solidFill>
          <a:latin typeface="Source Sans 3"/>
          <a:ea typeface="Source Sans 3"/>
          <a:cs typeface="Source Sans 3"/>
        </a:defRPr>
      </a:lvl1pPr>
      <a:lvl2pPr xmlns:a="http://schemas.openxmlformats.org/drawingml/2006/main" marL="417910" indent="-160735" algn="l" defTabSz="257175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Source Sans 3"/>
          <a:ea typeface="Source Sans 3"/>
          <a:cs typeface="Source Sans 3"/>
        </a:defRPr>
      </a:lvl2pPr>
      <a:lvl3pPr xmlns:a="http://schemas.openxmlformats.org/drawingml/2006/main" marL="642938" indent="-128588" algn="l" defTabSz="257175">
        <a:spcBef>
          <a:spcPct val="20000"/>
        </a:spcBef>
        <a:buFont typeface="Arial"/>
        <a:buChar char="•"/>
        <a:defRPr sz="1800" kern="1200">
          <a:solidFill>
            <a:schemeClr val="tx1"/>
          </a:solidFill>
          <a:latin typeface="Source Sans 3"/>
          <a:ea typeface="Source Sans 3"/>
          <a:cs typeface="Source Sans 3"/>
        </a:defRPr>
      </a:lvl3pPr>
      <a:lvl4pPr xmlns:a="http://schemas.openxmlformats.org/drawingml/2006/main" marL="900113" indent="-128588" algn="l" defTabSz="257175">
        <a:spcBef>
          <a:spcPct val="20000"/>
        </a:spcBef>
        <a:buFont typeface="Arial"/>
        <a:buChar char="–"/>
        <a:defRPr sz="1600" kern="1200">
          <a:solidFill>
            <a:schemeClr val="tx1"/>
          </a:solidFill>
          <a:latin typeface="Source Sans 3"/>
          <a:ea typeface="Source Sans 3"/>
          <a:cs typeface="Source Sans 3"/>
        </a:defRPr>
      </a:lvl4pPr>
      <a:lvl5pPr xmlns:a="http://schemas.openxmlformats.org/drawingml/2006/main" marL="1157288" indent="-128588" algn="l" defTabSz="257175">
        <a:spcBef>
          <a:spcPct val="20000"/>
        </a:spcBef>
        <a:buFont typeface="Arial"/>
        <a:buChar char="»"/>
        <a:defRPr sz="1600" kern="1200">
          <a:solidFill>
            <a:schemeClr val="tx1"/>
          </a:solidFill>
          <a:latin typeface="Source Sans 3"/>
          <a:ea typeface="Source Sans 3"/>
          <a:cs typeface="Source Sans 3"/>
        </a:defRPr>
      </a:lvl5pPr>
      <a:lvl6pPr xmlns:a="http://schemas.openxmlformats.org/drawingml/2006/main" marL="1414463" indent="-128588" algn="l" defTabSz="257175">
        <a:spcBef>
          <a:spcPct val="20000"/>
        </a:spcBef>
        <a:buFont typeface="Arial"/>
        <a:buChar char="•"/>
        <a:defRPr sz="1125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1671638" indent="-128588" algn="l" defTabSz="257175">
        <a:spcBef>
          <a:spcPct val="20000"/>
        </a:spcBef>
        <a:buFont typeface="Arial"/>
        <a:buChar char="•"/>
        <a:defRPr sz="1125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1928813" indent="-128588" algn="l" defTabSz="257175">
        <a:spcBef>
          <a:spcPct val="20000"/>
        </a:spcBef>
        <a:buFont typeface="Arial"/>
        <a:buChar char="•"/>
        <a:defRPr sz="1125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2185988" indent="-128588" algn="l" defTabSz="257175">
        <a:spcBef>
          <a:spcPct val="20000"/>
        </a:spcBef>
        <a:buFont typeface="Arial"/>
        <a:buChar char="•"/>
        <a:defRPr sz="1125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257175">
        <a:buNone/>
        <a:defRPr sz="1013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257175" algn="l" defTabSz="257175">
        <a:buNone/>
        <a:defRPr sz="1013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514350" algn="l" defTabSz="257175">
        <a:buNone/>
        <a:defRPr sz="1013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771525" algn="l" defTabSz="257175">
        <a:buNone/>
        <a:defRPr sz="1013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028700" algn="l" defTabSz="257175">
        <a:buNone/>
        <a:defRPr sz="1013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1285875" algn="l" defTabSz="257175">
        <a:buNone/>
        <a:defRPr sz="1013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1543050" algn="l" defTabSz="257175">
        <a:buNone/>
        <a:defRPr sz="1013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1800225" algn="l" defTabSz="257175">
        <a:buNone/>
        <a:defRPr sz="1013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2057400" algn="l" defTabSz="257175">
        <a:buNone/>
        <a:defRPr sz="1013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EMMW Tech Bronze Theme Widescree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21c669bc7c940ac" /><Relationship Type="http://schemas.openxmlformats.org/officeDocument/2006/relationships/notesSlide" Target="/ppt/notesSlides/notesSlide1.xml" Id="Rd25319ecf5c44ef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cb6dd75959f4101" /><Relationship Type="http://schemas.openxmlformats.org/officeDocument/2006/relationships/notesSlide" Target="/ppt/notesSlides/notesSlide2.xml" Id="R0a63901a921b497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96598b227154db4" /><Relationship Type="http://schemas.openxmlformats.org/officeDocument/2006/relationships/image" Target="/ppt/media/image.jpeg" Id="Rf35999e5092441e0" /><Relationship Type="http://schemas.openxmlformats.org/officeDocument/2006/relationships/notesSlide" Target="/ppt/notesSlides/notesSlide3.xml" Id="R51b8221790cf488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16d086a3b5a495b" /><Relationship Type="http://schemas.openxmlformats.org/officeDocument/2006/relationships/notesSlide" Target="/ppt/notesSlides/notesSlide4.xml" Id="R12b28faae022479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84101baf11f4fcc" /><Relationship Type="http://schemas.openxmlformats.org/officeDocument/2006/relationships/notesSlide" Target="/ppt/notesSlides/notesSlide5.xml" Id="R35bc549f754f4408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6656e2d330240b2" /><Relationship Type="http://schemas.openxmlformats.org/officeDocument/2006/relationships/notesSlide" Target="/ppt/notesSlides/notesSlide6.xml" Id="Ra6825c3994ed4322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15c09109c384520" /><Relationship Type="http://schemas.openxmlformats.org/officeDocument/2006/relationships/notesSlide" Target="/ppt/notesSlides/notesSlide7.xml" Id="R5da49314c65d4086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2227271c68a4a86" /><Relationship Type="http://schemas.openxmlformats.org/officeDocument/2006/relationships/image" Target="/ppt/media/image2.jpeg" Id="Rde357baf6ce34469" /><Relationship Type="http://schemas.openxmlformats.org/officeDocument/2006/relationships/notesSlide" Target="/ppt/notesSlides/notesSlide8.xml" Id="R8f5d958c4a964e9a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62a2457013c4a5d" /><Relationship Type="http://schemas.openxmlformats.org/officeDocument/2006/relationships/notesSlide" Target="/ppt/notesSlides/notesSlide9.xml" Id="R8f7ac0d29dd74753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0fc87b2f4c544cb" /><Relationship Type="http://schemas.openxmlformats.org/officeDocument/2006/relationships/notesSlide" Target="/ppt/notesSlides/notesSlide10.xml" Id="R682ca27e152b47cf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cc0d757aceb4a57" /><Relationship Type="http://schemas.openxmlformats.org/officeDocument/2006/relationships/notesSlide" Target="/ppt/notesSlides/notesSlide11.xml" Id="R395fa9e1a23343c3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e056639c66149f3" /><Relationship Type="http://schemas.openxmlformats.org/officeDocument/2006/relationships/image" Target="/ppt/media/image3.jpeg" Id="Reaab02dd155e440f" /><Relationship Type="http://schemas.openxmlformats.org/officeDocument/2006/relationships/notesSlide" Target="/ppt/notesSlides/notesSlide12.xml" Id="R242d9825798147d0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b5539b6b4b94c71" /><Relationship Type="http://schemas.openxmlformats.org/officeDocument/2006/relationships/notesSlide" Target="/ppt/notesSlides/notesSlide13.xml" Id="Reaacd78a92344388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a45392f2b3c4d7d" /><Relationship Type="http://schemas.openxmlformats.org/officeDocument/2006/relationships/notesSlide" Target="/ppt/notesSlides/notesSlide14.xml" Id="R227ba79de95a40d3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 3">
            <a:extLst xmlns:a="http://schemas.openxmlformats.org/drawingml/2006/main">
              <a:ext uri="{FF2B5EF4-FFF2-40B4-BE49-F238E27FC236}">
                <a16:creationId xmlns:a16="http://schemas.microsoft.com/office/drawing/2014/main" id="{545A441A-7637-3DF3-0B4A-831210D63481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Module 6 ObservableCollection</a:t>
            </a:r>
            <a:endParaRPr/>
          </a:p>
        </p:txBody>
      </p:sp>
      <p:sp>
        <p:nvSpPr>
          <p:cNvPr id="5" name="Subtitle 4">
            <a:extLst xmlns:a="http://schemas.openxmlformats.org/drawingml/2006/main">
              <a:ext uri="{FF2B5EF4-FFF2-40B4-BE49-F238E27FC236}">
                <a16:creationId xmlns:a16="http://schemas.microsoft.com/office/drawing/2014/main" id="{4ACC02DA-BF9B-57F9-BEC0-E5AE4CC39ED3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IoT Project Cost Estimator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407540027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F18BBF66-8A4E-4CCE-B48F-A983CA69D2CD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Replace manual list refresh.</a:t>
            </a:r>
          </a:p>
          <a:p xmlns:a="http://schemas.openxmlformats.org/drawingml/2006/main">
            <a:pPr lvl="0">
              <a:buNone/>
            </a:pPr>
            <a:r>
              <a:t>Let the collection report changes.</a:t>
            </a:r>
          </a:p>
          <a:p xmlns:a="http://schemas.openxmlformats.org/drawingml/2006/main">
            <a:pPr lvl="0">
              <a:buNone/>
            </a:pPr>
            <a:r>
              <a:t>Check Add, Edit, and Delete.</a:t>
            </a:r>
          </a:p>
        </p:txBody>
      </p:sp>
      <p:sp>
        <p:nvSpPr>
          <p:cNvPr id="3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2DF4F548-EDEF-186D-6633-AF1ABC814BC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 fontScale="100000"/>
          </a:bodyPr>
          <a:lstStyle xmlns:a="http://schemas.openxmlformats.org/drawingml/2006/main"/>
          <a:p xmlns:a="http://schemas.openxmlformats.org/drawingml/2006/main">
            <a:r>
              <a:t>What you will build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200060378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F18BBF66-8A4E-4CCE-B48F-A983CA69D2CD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List&lt;T&gt; stores items but sends no change event.</a:t>
            </a:r>
          </a:p>
          <a:p xmlns:a="http://schemas.openxmlformats.org/drawingml/2006/main">
            <a:pPr lvl="0">
              <a:buNone/>
            </a:pPr>
            <a:r>
              <a:t>ObservableCollection&lt;T&gt; reports Add and Remove.</a:t>
            </a:r>
          </a:p>
          <a:p xmlns:a="http://schemas.openxmlformats.org/drawingml/2006/main">
            <a:pPr lvl="0">
              <a:buNone/>
            </a:pPr>
            <a:r>
              <a:t>CollectionView uses those reports to update rows.</a:t>
            </a:r>
          </a:p>
        </p:txBody>
      </p:sp>
      <p:sp>
        <p:nvSpPr>
          <p:cNvPr id="3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2DF4F548-EDEF-186D-6633-AF1ABC814BC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 fontScale="90278"/>
          </a:bodyPr>
          <a:lstStyle xmlns:a="http://schemas.openxmlformats.org/drawingml/2006/main"/>
          <a:p xmlns:a="http://schemas.openxmlformats.org/drawingml/2006/main">
            <a:r>
              <a:t>The collection tells the view what changed</a:t>
            </a:r>
            <a:endParaRPr/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EAABBDA-02D7-4573-B420-3AE9F31A7FC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35999e5092441e0"/>
          <a:stretch xmlns:a="http://schemas.openxmlformats.org/drawingml/2006/main"/>
        </p:blipFill>
        <p:spPr>
          <a:xfrm xmlns:a="http://schemas.openxmlformats.org/drawingml/2006/main">
            <a:off x="3133823" y="3190875"/>
            <a:ext cx="5924355" cy="304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8714583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F18BBF66-8A4E-4CCE-B48F-A983CA69D2CD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A collection change differs from a property change.</a:t>
            </a:r>
          </a:p>
          <a:p xmlns:a="http://schemas.openxmlformats.org/drawingml/2006/main">
            <a:pPr lvl="0">
              <a:buNone/>
            </a:pPr>
            <a:r>
              <a:t>Replacing an item reports a row change.</a:t>
            </a:r>
          </a:p>
          <a:p xmlns:a="http://schemas.openxmlformats.org/drawingml/2006/main">
            <a:pPr lvl="0">
              <a:buNone/>
            </a:pPr>
            <a:r>
              <a:t>An item’s own properties need their own notifications.</a:t>
            </a:r>
          </a:p>
        </p:txBody>
      </p:sp>
      <p:sp>
        <p:nvSpPr>
          <p:cNvPr id="3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2DF4F548-EDEF-186D-6633-AF1ABC814BC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 fontScale="100000"/>
          </a:bodyPr>
          <a:lstStyle xmlns:a="http://schemas.openxmlformats.org/drawingml/2006/main"/>
          <a:p xmlns:a="http://schemas.openxmlformats.org/drawingml/2006/main">
            <a:r>
              <a:t>From C# to the screen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623573867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F18BBF66-8A4E-4CCE-B48F-A983CA69D2CD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List changes do not refresh this List by themselves.</a:t>
            </a:r>
          </a:p>
          <a:p xmlns:a="http://schemas.openxmlformats.org/drawingml/2006/main">
            <a:pPr lvl="0">
              <a:buNone/>
            </a:pPr>
            <a:r>
              <a:t>The page resets ItemsSource after each change.</a:t>
            </a:r>
          </a:p>
        </p:txBody>
      </p:sp>
      <p:sp>
        <p:nvSpPr>
          <p:cNvPr id="3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2DF4F548-EDEF-186D-6633-AF1ABC814BC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 fontScale="100000"/>
          </a:bodyPr>
          <a:lstStyle xmlns:a="http://schemas.openxmlformats.org/drawingml/2006/main"/>
          <a:p xmlns:a="http://schemas.openxmlformats.org/drawingml/2006/main">
            <a:r>
              <a:t>Step 1: Manual refresh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495918444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F18BBF66-8A4E-4CCE-B48F-A983CA69D2CD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Find each manual refresh call.</a:t>
            </a:r>
          </a:p>
          <a:p xmlns:a="http://schemas.openxmlformats.org/drawingml/2006/main">
            <a:pPr lvl="0">
              <a:buNone/>
            </a:pPr>
            <a:r>
              <a:t>Explain why the page needs it.</a:t>
            </a:r>
          </a:p>
        </p:txBody>
      </p:sp>
      <p:sp>
        <p:nvSpPr>
          <p:cNvPr id="3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2DF4F548-EDEF-186D-6633-AF1ABC814BC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 fontScale="100000"/>
          </a:bodyPr>
          <a:lstStyle xmlns:a="http://schemas.openxmlformats.org/drawingml/2006/main"/>
          <a:p xmlns:a="http://schemas.openxmlformats.org/drawingml/2006/main">
            <a:r>
              <a:t>Step 1: What changed?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675631797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F18BBF66-8A4E-4CCE-B48F-A983CA69D2CD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ObservableCollection reports Add, Replace, and Remove.</a:t>
            </a:r>
          </a:p>
          <a:p xmlns:a="http://schemas.openxmlformats.org/drawingml/2006/main">
            <a:pPr lvl="0">
              <a:buNone/>
            </a:pPr>
            <a:r>
              <a:t>CollectionView listens to these reports.</a:t>
            </a:r>
          </a:p>
        </p:txBody>
      </p:sp>
      <p:sp>
        <p:nvSpPr>
          <p:cNvPr id="3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2DF4F548-EDEF-186D-6633-AF1ABC814BC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 fontScale="100000"/>
          </a:bodyPr>
          <a:lstStyle xmlns:a="http://schemas.openxmlformats.org/drawingml/2006/main"/>
          <a:p xmlns:a="http://schemas.openxmlformats.org/drawingml/2006/main">
            <a:r>
              <a:t>Step 2: Collection changes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793891746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F18BBF66-8A4E-4CCE-B48F-A983CA69D2CD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A new row appears without a reset.</a:t>
            </a:r>
          </a:p>
          <a:p xmlns:a="http://schemas.openxmlformats.org/drawingml/2006/main">
            <a:pPr lvl="0">
              <a:buNone/>
            </a:pPr>
            <a:r>
              <a:t>The page still binds to Items.</a:t>
            </a:r>
          </a:p>
        </p:txBody>
      </p:sp>
      <p:sp>
        <p:nvSpPr>
          <p:cNvPr id="3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2DF4F548-EDEF-186D-6633-AF1ABC814BC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 fontScale="100000"/>
          </a:bodyPr>
          <a:lstStyle xmlns:a="http://schemas.openxmlformats.org/drawingml/2006/main"/>
          <a:p xmlns:a="http://schemas.openxmlformats.org/drawingml/2006/main">
            <a:r>
              <a:t>Step 2: What changed?</a:t>
            </a:r>
            <a:endParaRPr/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04F86A5-CF15-4520-8CC7-E7230BAB24C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e357baf6ce34469"/>
          <a:stretch xmlns:a="http://schemas.openxmlformats.org/drawingml/2006/main"/>
        </p:blipFill>
        <p:spPr>
          <a:xfrm xmlns:a="http://schemas.openxmlformats.org/drawingml/2006/main">
            <a:off x="3133823" y="3190875"/>
            <a:ext cx="5924355" cy="304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7641329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F18BBF66-8A4E-4CCE-B48F-A983CA69D2CD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The collection now reports list changes.</a:t>
            </a:r>
          </a:p>
          <a:p xmlns:a="http://schemas.openxmlformats.org/drawingml/2006/main">
            <a:pPr lvl="0">
              <a:buNone/>
            </a:pPr>
            <a:r>
              <a:t>The old page refresh code has no job.</a:t>
            </a:r>
          </a:p>
        </p:txBody>
      </p:sp>
      <p:sp>
        <p:nvSpPr>
          <p:cNvPr id="3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2DF4F548-EDEF-186D-6633-AF1ABC814BC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 fontScale="100000"/>
          </a:bodyPr>
          <a:lstStyle xmlns:a="http://schemas.openxmlformats.org/drawingml/2006/main"/>
          <a:p xmlns:a="http://schemas.openxmlformats.org/drawingml/2006/main">
            <a:r>
              <a:t>Step 3: Remove the bridge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466145922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F18BBF66-8A4E-4CCE-B48F-A983CA69D2CD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Remove the reset calls.</a:t>
            </a:r>
          </a:p>
          <a:p xmlns:a="http://schemas.openxmlformats.org/drawingml/2006/main">
            <a:pPr lvl="0">
              <a:buNone/>
            </a:pPr>
            <a:r>
              <a:t>Add still updates the screen.</a:t>
            </a:r>
          </a:p>
        </p:txBody>
      </p:sp>
      <p:sp>
        <p:nvSpPr>
          <p:cNvPr id="3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2DF4F548-EDEF-186D-6633-AF1ABC814BC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 fontScale="100000"/>
          </a:bodyPr>
          <a:lstStyle xmlns:a="http://schemas.openxmlformats.org/drawingml/2006/main"/>
          <a:p xmlns:a="http://schemas.openxmlformats.org/drawingml/2006/main">
            <a:r>
              <a:t>Step 3: What changed?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058980136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F18BBF66-8A4E-4CCE-B48F-A983CA69D2CD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Edit replaces one item in the collection.</a:t>
            </a:r>
          </a:p>
          <a:p xmlns:a="http://schemas.openxmlformats.org/drawingml/2006/main">
            <a:pPr lvl="0">
              <a:buNone/>
            </a:pPr>
            <a:r>
              <a:t>Delete removes one item.</a:t>
            </a:r>
          </a:p>
        </p:txBody>
      </p:sp>
      <p:sp>
        <p:nvSpPr>
          <p:cNvPr id="3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2DF4F548-EDEF-186D-6633-AF1ABC814BC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 fontScale="100000"/>
          </a:bodyPr>
          <a:lstStyle xmlns:a="http://schemas.openxmlformats.org/drawingml/2006/main"/>
          <a:p xmlns:a="http://schemas.openxmlformats.org/drawingml/2006/main">
            <a:r>
              <a:t>Step 5: Replace and remove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40270278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F18BBF66-8A4E-4CCE-B48F-A983CA69D2CD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Edit changes one row.</a:t>
            </a:r>
          </a:p>
          <a:p xmlns:a="http://schemas.openxmlformats.org/drawingml/2006/main">
            <a:pPr lvl="0">
              <a:buNone/>
            </a:pPr>
            <a:r>
              <a:t>Delete removes one row without a reset.</a:t>
            </a:r>
          </a:p>
        </p:txBody>
      </p:sp>
      <p:sp>
        <p:nvSpPr>
          <p:cNvPr id="3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2DF4F548-EDEF-186D-6633-AF1ABC814BC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 fontScale="100000"/>
          </a:bodyPr>
          <a:lstStyle xmlns:a="http://schemas.openxmlformats.org/drawingml/2006/main"/>
          <a:p xmlns:a="http://schemas.openxmlformats.org/drawingml/2006/main">
            <a:r>
              <a:t>Step 5: What changed?</a:t>
            </a:r>
            <a:endParaRPr/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0A12F47-2E2A-45A8-911A-84D29130ED1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aab02dd155e440f"/>
          <a:stretch xmlns:a="http://schemas.openxmlformats.org/drawingml/2006/main"/>
        </p:blipFill>
        <p:spPr>
          <a:xfrm xmlns:a="http://schemas.openxmlformats.org/drawingml/2006/main">
            <a:off x="3133823" y="3190875"/>
            <a:ext cx="5924355" cy="304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7985443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F18BBF66-8A4E-4CCE-B48F-A983CA69D2CD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I can explain why ItemsSource resets were needed.</a:t>
            </a:r>
          </a:p>
          <a:p xmlns:a="http://schemas.openxmlformats.org/drawingml/2006/main">
            <a:pPr lvl="0">
              <a:buNone/>
            </a:pPr>
            <a:r>
              <a:t>I can name the changes ObservableCollection reports.</a:t>
            </a:r>
          </a:p>
          <a:p xmlns:a="http://schemas.openxmlformats.org/drawingml/2006/main">
            <a:pPr lvl="0">
              <a:buNone/>
            </a:pPr>
            <a:r>
              <a:t>I can check Add, Replace, and Remove on screen.</a:t>
            </a:r>
          </a:p>
        </p:txBody>
      </p:sp>
      <p:sp>
        <p:nvSpPr>
          <p:cNvPr id="3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2DF4F548-EDEF-186D-6633-AF1ABC814BC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 fontScale="100000"/>
          </a:bodyPr>
          <a:lstStyle xmlns:a="http://schemas.openxmlformats.org/drawingml/2006/main"/>
          <a:p xmlns:a="http://schemas.openxmlformats.org/drawingml/2006/main">
            <a:r>
              <a:t>What you can now explain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663692438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F18BBF66-8A4E-4CCE-B48F-A983CA69D2CD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CollectionView data updates</a:t>
            </a:r>
          </a:p>
          <a:p xmlns:a="http://schemas.openxmlformats.org/drawingml/2006/main">
            <a:pPr lvl="0">
              <a:buNone/>
            </a:pPr>
            <a:r>
              <a:t>Search Microsoft Learn for this topic.</a:t>
            </a:r>
          </a:p>
          <a:p xmlns:a="http://schemas.openxmlformats.org/drawingml/2006/main">
            <a:pPr lvl="0">
              <a:buNone/>
            </a:pPr>
            <a:r>
              <a:t>Try one example in a small test page.</a:t>
            </a:r>
          </a:p>
        </p:txBody>
      </p:sp>
      <p:sp>
        <p:nvSpPr>
          <p:cNvPr id="3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2DF4F548-EDEF-186D-6633-AF1ABC814BC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 fontScale="100000"/>
          </a:bodyPr>
          <a:lstStyle xmlns:a="http://schemas.openxmlformats.org/drawingml/2006/main"/>
          <a:p xmlns:a="http://schemas.openxmlformats.org/drawingml/2006/main">
            <a:r>
              <a:t>Read more in MAUI documentation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408039475"/>
      </p:ext>
    </p:extLst>
  </p:cSld>
</p:sld>
</file>

<file path=ppt/theme/theme1.xml><?xml version="1.0" encoding="utf-8"?>
<a:theme xmlns:a="http://schemas.openxmlformats.org/drawingml/2006/main" name="EMMW Tech Bronze Theme Widescree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2026-10-15T21:19:09.8960000Z</dcterms:created>
  <dcterms:modified xsi:type="dcterms:W3CDTF">2026-10-15T21:19:09.8960000Z</dcterms:modified>
</coreProperties>
</file>