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480c9fa6cc64ecb" /><Relationship Type="http://schemas.openxmlformats.org/officeDocument/2006/relationships/extended-properties" Target="/docProps/app.xml" Id="R405802347d944809" /><Relationship Type="http://schemas.openxmlformats.org/officeDocument/2006/relationships/officeDocument" Target="/ppt/presentation.xml" Id="Re506a5451ba5464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8c3395c5cf04ba2"/>
  </p:sldMasterIdLst>
  <p:notesMasterIdLst>
    <p:notesMasterId xmlns:r="http://schemas.openxmlformats.org/officeDocument/2006/relationships" r:id="R1cb6dec5b6744e4b"/>
  </p:notesMasterIdLst>
  <p:sldIdLst>
    <p:sldId xmlns:r="http://schemas.openxmlformats.org/officeDocument/2006/relationships" id="256" r:id="R7533043efc074cb2"/>
    <p:sldId xmlns:r="http://schemas.openxmlformats.org/officeDocument/2006/relationships" id="257" r:id="R1906416a08e849ec"/>
    <p:sldId xmlns:r="http://schemas.openxmlformats.org/officeDocument/2006/relationships" id="258" r:id="Rfa69cccf6534418a"/>
    <p:sldId xmlns:r="http://schemas.openxmlformats.org/officeDocument/2006/relationships" id="259" r:id="Rd473bfe091674198"/>
    <p:sldId xmlns:r="http://schemas.openxmlformats.org/officeDocument/2006/relationships" id="260" r:id="R4c18684cfd3a42bd"/>
    <p:sldId xmlns:r="http://schemas.openxmlformats.org/officeDocument/2006/relationships" id="261" r:id="R5839772167b3417a"/>
    <p:sldId xmlns:r="http://schemas.openxmlformats.org/officeDocument/2006/relationships" id="262" r:id="R707e0a2581064aa8"/>
    <p:sldId xmlns:r="http://schemas.openxmlformats.org/officeDocument/2006/relationships" id="263" r:id="Ra456cef6edb0418a"/>
    <p:sldId xmlns:r="http://schemas.openxmlformats.org/officeDocument/2006/relationships" id="264" r:id="R06d17082186a45c6"/>
    <p:sldId xmlns:r="http://schemas.openxmlformats.org/officeDocument/2006/relationships" id="265" r:id="R7aef3918341a4384"/>
    <p:sldId xmlns:r="http://schemas.openxmlformats.org/officeDocument/2006/relationships" id="266" r:id="R65f0ed0485f24293"/>
    <p:sldId xmlns:r="http://schemas.openxmlformats.org/officeDocument/2006/relationships" id="267" r:id="Re83fb792329c4763"/>
    <p:sldId xmlns:r="http://schemas.openxmlformats.org/officeDocument/2006/relationships" id="268" r:id="Rf1bdbb4550d14055"/>
    <p:sldId xmlns:r="http://schemas.openxmlformats.org/officeDocument/2006/relationships" id="269" r:id="R08c29acae9804ca4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ff3a81e9d714c20" /><Relationship Type="http://schemas.openxmlformats.org/officeDocument/2006/relationships/slideMaster" Target="/ppt/slideMasters/slideMaster1.xml" Id="Re8c3395c5cf04ba2" /><Relationship Type="http://schemas.openxmlformats.org/officeDocument/2006/relationships/notesMaster" Target="/ppt/notesMasters/notesMaster1.xml" Id="R1cb6dec5b6744e4b" /><Relationship Type="http://schemas.openxmlformats.org/officeDocument/2006/relationships/presProps" Target="/ppt/presProps.xml" Id="R8e4947eccf364ce4" /><Relationship Type="http://schemas.openxmlformats.org/officeDocument/2006/relationships/viewProps" Target="/ppt/viewProps.xml" Id="Rdb4533006f5d4d21" /><Relationship Type="http://schemas.openxmlformats.org/officeDocument/2006/relationships/tableStyles" Target="/ppt/tableStyles.xml" Id="Rbcd817fccb7145d0" /><Relationship Type="http://schemas.openxmlformats.org/officeDocument/2006/relationships/slide" Target="/ppt/slides/slide1.xml" Id="R7533043efc074cb2" /><Relationship Type="http://schemas.openxmlformats.org/officeDocument/2006/relationships/slide" Target="/ppt/slides/slide2.xml" Id="R1906416a08e849ec" /><Relationship Type="http://schemas.openxmlformats.org/officeDocument/2006/relationships/slide" Target="/ppt/slides/slide3.xml" Id="Rfa69cccf6534418a" /><Relationship Type="http://schemas.openxmlformats.org/officeDocument/2006/relationships/slide" Target="/ppt/slides/slide4.xml" Id="Rd473bfe091674198" /><Relationship Type="http://schemas.openxmlformats.org/officeDocument/2006/relationships/slide" Target="/ppt/slides/slide5.xml" Id="R4c18684cfd3a42bd" /><Relationship Type="http://schemas.openxmlformats.org/officeDocument/2006/relationships/slide" Target="/ppt/slides/slide6.xml" Id="R5839772167b3417a" /><Relationship Type="http://schemas.openxmlformats.org/officeDocument/2006/relationships/slide" Target="/ppt/slides/slide7.xml" Id="R707e0a2581064aa8" /><Relationship Type="http://schemas.openxmlformats.org/officeDocument/2006/relationships/slide" Target="/ppt/slides/slide8.xml" Id="Ra456cef6edb0418a" /><Relationship Type="http://schemas.openxmlformats.org/officeDocument/2006/relationships/slide" Target="/ppt/slides/slide9.xml" Id="R06d17082186a45c6" /><Relationship Type="http://schemas.openxmlformats.org/officeDocument/2006/relationships/slide" Target="/ppt/slides/slide10.xml" Id="R7aef3918341a4384" /><Relationship Type="http://schemas.openxmlformats.org/officeDocument/2006/relationships/slide" Target="/ppt/slides/slide11.xml" Id="R65f0ed0485f24293" /><Relationship Type="http://schemas.openxmlformats.org/officeDocument/2006/relationships/slide" Target="/ppt/slides/slide12.xml" Id="Re83fb792329c4763" /><Relationship Type="http://schemas.openxmlformats.org/officeDocument/2006/relationships/slide" Target="/ppt/slides/slide13.xml" Id="Rf1bdbb4550d14055" /><Relationship Type="http://schemas.openxmlformats.org/officeDocument/2006/relationships/slide" Target="/ppt/slides/slide14.xml" Id="R08c29acae9804ca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d5de0fe28774b6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7bf9be71f75495b" /><Relationship Type="http://schemas.openxmlformats.org/officeDocument/2006/relationships/notesMaster" Target="/ppt/notesMasters/notesMaster1.xml" Id="R3e4aa67671ff4ea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80b101fb77748d1" /><Relationship Type="http://schemas.openxmlformats.org/officeDocument/2006/relationships/notesMaster" Target="/ppt/notesMasters/notesMaster1.xml" Id="R33f6e7ff97d547e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8bb608347a64c43" /><Relationship Type="http://schemas.openxmlformats.org/officeDocument/2006/relationships/notesMaster" Target="/ppt/notesMasters/notesMaster1.xml" Id="Ra8d563bab5694c8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86c42a458be452b" /><Relationship Type="http://schemas.openxmlformats.org/officeDocument/2006/relationships/notesMaster" Target="/ppt/notesMasters/notesMaster1.xml" Id="R7fd3eacb9c994c9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0238f39dc514b31" /><Relationship Type="http://schemas.openxmlformats.org/officeDocument/2006/relationships/notesMaster" Target="/ppt/notesMasters/notesMaster1.xml" Id="R7867a10042684ab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e944b7575c542d4" /><Relationship Type="http://schemas.openxmlformats.org/officeDocument/2006/relationships/notesMaster" Target="/ppt/notesMasters/notesMaster1.xml" Id="R26775d503eb44dd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1c185e8b290489d" /><Relationship Type="http://schemas.openxmlformats.org/officeDocument/2006/relationships/notesMaster" Target="/ppt/notesMasters/notesMaster1.xml" Id="Ref97e4ea51d9492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1afc956d3e64da9" /><Relationship Type="http://schemas.openxmlformats.org/officeDocument/2006/relationships/notesMaster" Target="/ppt/notesMasters/notesMaster1.xml" Id="Rfd28fdbda85b499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25c5ffae88f4a8e" /><Relationship Type="http://schemas.openxmlformats.org/officeDocument/2006/relationships/notesMaster" Target="/ppt/notesMasters/notesMaster1.xml" Id="R0c564e5a02fd4ad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224aab7b36644e6" /><Relationship Type="http://schemas.openxmlformats.org/officeDocument/2006/relationships/notesMaster" Target="/ppt/notesMasters/notesMaster1.xml" Id="R8b765dfa0c21475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80e81bf22d14c85" /><Relationship Type="http://schemas.openxmlformats.org/officeDocument/2006/relationships/notesMaster" Target="/ppt/notesMasters/notesMaster1.xml" Id="R8dedb324c4e747a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88a9e92babc4bcb" /><Relationship Type="http://schemas.openxmlformats.org/officeDocument/2006/relationships/notesMaster" Target="/ppt/notesMasters/notesMaster1.xml" Id="Rb47cc7b648824e4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34a6f28c0014e05" /><Relationship Type="http://schemas.openxmlformats.org/officeDocument/2006/relationships/notesMaster" Target="/ppt/notesMasters/notesMaster1.xml" Id="R61845200f213496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16dfa0b135a4dd7" /><Relationship Type="http://schemas.openxmlformats.org/officeDocument/2006/relationships/notesMaster" Target="/ppt/notesMasters/notesMaster1.xml" Id="R1e99bdd38a50446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the matching Word tutorial after the exercise overview. Source: Module 7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students the outcome before they start. Source: Module 7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framework idea before the first exercise step. MAUI documentation: https://learn.microsoft.com/dotnet/maui/fundamentals/dependency-injection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students to identify the C# object, the XAML control, and the connection between them. Source: Module 7 Word tutorial. MAUI documentation: https://learn.microsoft.com/dotnet/maui/fundamentals/dependency-injection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1: explain these concepts. Ask students to predict what the change will do. Then open Step 1 in the Word tutorial. Source: Module 7 Word tutorial. Related MAUI documentation: https://learn.microsoft.com/dotnet/maui/fundamentals/dependency-injection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1: run the app or inspect the code. Ask students to explain the observed result. Source: Module 7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2: explain these concepts. Ask students to predict what the change will do. Then open Step 2 in the Word tutorial. Source: Module 7 Word tutorial. Related MAUI documentation: https://learn.microsoft.com/dotnet/maui/fundamentals/dependency-injection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2: run the app or inspect the code. Ask students to explain the observed result. Source: Module 7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3: explain these concepts. Ask students to predict what the change will do. Then open Step 3 in the Word tutorial. Source: Module 7 Word tutorial. Related MAUI documentation: https://learn.microsoft.com/dotnet/maui/fundamentals/dependency-injection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3: run the app or inspect the code. Ask students to explain the observed result. Source: Module 7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4: explain these concepts. Ask students to predict what the change will do. Then open Step 4 in the Word tutorial. Source: Module 7 Word tutorial. Related MAUI documentation: https://learn.microsoft.com/dotnet/maui/fundamentals/dependency-injection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4: run the app or inspect the code. Ask students to explain the observed result. Source: Module 7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final tutorial checklist. Ask students to explain the module concept without reading code. Source: Module 7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Student reading: Dependency injection. https://learn.microsoft.com/dotnet/maui/fundamentals/dependency-injection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daa268da4d4045" /><Relationship Type="http://schemas.openxmlformats.org/officeDocument/2006/relationships/image" Target="/ppt/media/image.png" Id="Reea3ebd8502f427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c101c4bfae4ab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8331150b904ed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fd61079f2e406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b48e1f23e046f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4eaf14c4034be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21f4b46ab844b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01794cc75444b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ae0c068435478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82545b1b684b1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81ae96f5ed4c8a" /></Relationships>
</file>

<file path=ppt/slideLayouts/slideLayout1.xml><?xml version="1.0" encoding="utf-8"?>
<p:sldLayout xmlns:p="http://schemas.openxmlformats.org/presentationml/2006/main" type="title" preserve="1">
  <p:cSld name="Title Slide">
    <p:bg>
      <p:bgPr>
        <a:solidFill xmlns:a="http://schemas.openxmlformats.org/drawingml/2006/main">
          <a:schemeClr val="tx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!!Rectangle">
            <a:extLst xmlns:a="http://schemas.openxmlformats.org/drawingml/2006/main">
              <a:ext uri="{FF2B5EF4-FFF2-40B4-BE49-F238E27FC236}">
                <a16:creationId xmlns:a16="http://schemas.microsoft.com/office/drawing/2014/main" id="{A8337851-1C2F-255A-B02C-62D7A1CC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/>
          </a:p>
        </p:txBody>
      </p:sp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11E9A036-6C78-48A9-BE3C-26A78D15903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a3ebd8502f4272">
            <a:alphaModFix amt="4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71493" y="280600"/>
            <a:ext cx="7249014" cy="7178499"/>
          </a:xfrm>
          <a:prstGeom xmlns:a="http://schemas.openxmlformats.org/drawingml/2006/main" prst="rect">
            <a:avLst/>
          </a:prstGeom>
        </p:spPr>
      </p:pic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1B19A28E-E483-5B65-D3DF-993E4D1EF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120140" y="346791"/>
            <a:ext cx="146304" cy="70408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35CDC6E-08BA-8B17-B723-AEBCF894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241202"/>
            <a:ext cx="10506456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3175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5143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013" b="0" i="0" u="none" strike="noStrike" kern="1200" cap="none" spc="0" baseline="0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3CF6ADC-045A-4BB8-B74C-07219DF6E76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912876" y="970226"/>
            <a:ext cx="10363200" cy="214947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algn="l">
              <a:buNone/>
              <a:defRPr sz="4000" b="1" kern="1200">
                <a:solidFill>
                  <a:schemeClr val="bg1"/>
                </a:solidFill>
                <a:latin typeface="Orbitron"/>
                <a:ea typeface="Orbitron"/>
                <a:cs typeface="Orbitron"/>
              </a:defRPr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4C65AFE-4D12-45B0-BB41-B00F4AEDD26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912879" y="3396875"/>
            <a:ext cx="10363199" cy="26151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60735" indent="-160735" algn="l">
              <a:buFont typeface="Arial"/>
              <a:buChar char="•"/>
              <a:defRPr sz="2000" kern="1200">
                <a:solidFill>
                  <a:schemeClr val="bg1"/>
                </a:solidFill>
                <a:latin typeface="Montserrat"/>
                <a:ea typeface="Montserrat"/>
                <a:cs typeface="Montserrat"/>
              </a:defRPr>
            </a:lvl1pPr>
            <a:lvl2pPr marL="2571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143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85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00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31C6937-8A6E-4456-9BED-3375C77502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BCDB690-A91D-44BC-BC05-BDB7DFE508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7F51FF9-1767-4321-A2AA-9E33DF5E63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61042D97-83DB-BE5F-E8CD-8D278F42A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271" y="546847"/>
            <a:ext cx="1016000" cy="25846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/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A46B63F-0CA0-40F8-8239-1DDAFF83B80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C2BC28C-D157-41AE-8A3A-BA32ACC1AC3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FB10B4D-A96E-4788-B71C-84943EDFCD2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EE0B505-AE81-41AC-BB9B-C606220E40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30024" y="6356355"/>
            <a:ext cx="2211293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sp>
        <p:nvSpPr>
          <p:cNvPr id="7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274638"/>
            <a:ext cx="109728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270F2F9-0DB1-4789-8A87-6AC3D29C26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63084" y="4406905"/>
            <a:ext cx="103632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225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1C23F6E-8CD7-4157-AA97-7EBF0D37568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963084" y="2906713"/>
            <a:ext cx="103632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1pPr>
            <a:lvl2pPr marL="257175" indent="0">
              <a:buNone/>
              <a:defRPr sz="1013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22FB6BC-A1BA-4B88-AA05-41BDAE98530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9D95812-4260-4729-A1EB-BD81BB9B20C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8B7689B-1AB5-40DC-8422-941CE0539B0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BB06286-0B3B-4A6D-8DC9-5A8D4D82D1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48A8CB-DA93-4B82-93A8-8404AE11A7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09600" y="1600205"/>
            <a:ext cx="53848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575"/>
            </a:lvl1pPr>
            <a:lvl2pPr>
              <a:buNone/>
              <a:defRPr sz="1350"/>
            </a:lvl2pPr>
            <a:lvl3pPr>
              <a:buNone/>
              <a:defRPr sz="1125"/>
            </a:lvl3pPr>
            <a:lvl4pPr>
              <a:buNone/>
              <a:defRPr sz="1013"/>
            </a:lvl4pPr>
            <a:lvl5pPr>
              <a:buNone/>
              <a:defRPr sz="1013"/>
            </a:lvl5pPr>
            <a:lvl6pPr>
              <a:buNone/>
              <a:defRPr sz="1013"/>
            </a:lvl6pPr>
            <a:lvl7pPr>
              <a:buNone/>
              <a:defRPr sz="1013"/>
            </a:lvl7pPr>
            <a:lvl8pPr>
              <a:buNone/>
              <a:defRPr sz="1013"/>
            </a:lvl8pPr>
            <a:lvl9pPr>
              <a:buNone/>
              <a:defRPr sz="1013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93AF287-0C1D-4CF1-8703-22183BB2961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97600" y="1600205"/>
            <a:ext cx="53848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575"/>
            </a:lvl1pPr>
            <a:lvl2pPr>
              <a:buNone/>
              <a:defRPr sz="1350"/>
            </a:lvl2pPr>
            <a:lvl3pPr>
              <a:buNone/>
              <a:defRPr sz="1125"/>
            </a:lvl3pPr>
            <a:lvl4pPr>
              <a:buNone/>
              <a:defRPr sz="1013"/>
            </a:lvl4pPr>
            <a:lvl5pPr>
              <a:buNone/>
              <a:defRPr sz="1013"/>
            </a:lvl5pPr>
            <a:lvl6pPr>
              <a:buNone/>
              <a:defRPr sz="1013"/>
            </a:lvl6pPr>
            <a:lvl7pPr>
              <a:buNone/>
              <a:defRPr sz="1013"/>
            </a:lvl7pPr>
            <a:lvl8pPr>
              <a:buNone/>
              <a:defRPr sz="1013"/>
            </a:lvl8pPr>
            <a:lvl9pPr>
              <a:buNone/>
              <a:defRPr sz="1013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78D1BA0-912F-4FBA-ADA3-D5260EC9430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B48A3C4-6797-45C6-8132-D3127DACA57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CF1B1B4-9727-4795-AA53-C3103144B2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19064CE-290B-4D51-85D7-42F5BF98D2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39E07C8-9852-4BFE-A58F-AF583491CD3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535113"/>
            <a:ext cx="5386917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9657F5E3-58F2-47D5-878E-8E39FF5C7E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09600" y="2174875"/>
            <a:ext cx="5386917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350"/>
            </a:lvl1pPr>
            <a:lvl2pPr>
              <a:buNone/>
              <a:defRPr sz="1125"/>
            </a:lvl2pPr>
            <a:lvl3pPr>
              <a:buNone/>
              <a:defRPr sz="1013"/>
            </a:lvl3pPr>
            <a:lvl4pPr>
              <a:buNone/>
              <a:defRPr sz="900"/>
            </a:lvl4pPr>
            <a:lvl5pPr>
              <a:buNone/>
              <a:defRPr sz="900"/>
            </a:lvl5pPr>
            <a:lvl6pPr>
              <a:buNone/>
              <a:defRPr sz="900"/>
            </a:lvl6pPr>
            <a:lvl7pPr>
              <a:buNone/>
              <a:defRPr sz="900"/>
            </a:lvl7pPr>
            <a:lvl8pPr>
              <a:buNone/>
              <a:defRPr sz="900"/>
            </a:lvl8pPr>
            <a:lvl9pPr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85E3A5E4-A942-44E1-BB71-C8D3C758BAA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93370" y="1535113"/>
            <a:ext cx="5389033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7D9D2A8-8331-4A2D-B148-2D6660964B1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93370" y="2174875"/>
            <a:ext cx="5389033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350"/>
            </a:lvl1pPr>
            <a:lvl2pPr>
              <a:buNone/>
              <a:defRPr sz="1125"/>
            </a:lvl2pPr>
            <a:lvl3pPr>
              <a:buNone/>
              <a:defRPr sz="1013"/>
            </a:lvl3pPr>
            <a:lvl4pPr>
              <a:buNone/>
              <a:defRPr sz="900"/>
            </a:lvl4pPr>
            <a:lvl5pPr>
              <a:buNone/>
              <a:defRPr sz="900"/>
            </a:lvl5pPr>
            <a:lvl6pPr>
              <a:buNone/>
              <a:defRPr sz="900"/>
            </a:lvl6pPr>
            <a:lvl7pPr>
              <a:buNone/>
              <a:defRPr sz="900"/>
            </a:lvl7pPr>
            <a:lvl8pPr>
              <a:buNone/>
              <a:defRPr sz="900"/>
            </a:lvl8pPr>
            <a:lvl9pPr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6C32A0E-66C4-4E89-BEEB-1529728ECF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71744D2-1EC8-42E6-8672-48686F3549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EB54D8B3-9F23-4433-9E33-61433921099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1F193CF-5171-41C8-9233-8B649A8428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F788745-E022-4FB9-93D9-4A1B925223F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9DDC5C9B-D239-4066-BC5F-B384AB3DA43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F220C7D-7187-446D-A058-59292F25EB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E69188C2-6DF0-41BA-8122-2B43449911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23BA7000-09C8-4D4D-B526-A44FC789BCD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987BF3BE-EA4B-43C2-BF51-34F0D285B67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61239F8-3A11-407B-8AB5-8164A5D3AC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3" y="273050"/>
            <a:ext cx="4011084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1125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11A68A0-36D1-46A7-A574-C11D1B52B5A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766733" y="273055"/>
            <a:ext cx="6815667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575"/>
            </a:lvl2pPr>
            <a:lvl3pPr>
              <a:buNone/>
              <a:defRPr sz="1350"/>
            </a:lvl3pPr>
            <a:lvl4pPr>
              <a:buNone/>
              <a:defRPr sz="1125"/>
            </a:lvl4pPr>
            <a:lvl5pPr>
              <a:buNone/>
              <a:defRPr sz="1125"/>
            </a:lvl5pPr>
            <a:lvl6pPr>
              <a:buNone/>
              <a:defRPr sz="1125"/>
            </a:lvl6pPr>
            <a:lvl7pPr>
              <a:buNone/>
              <a:defRPr sz="1125"/>
            </a:lvl7pPr>
            <a:lvl8pPr>
              <a:buNone/>
              <a:defRPr sz="1125"/>
            </a:lvl8pPr>
            <a:lvl9pPr>
              <a:buNone/>
              <a:defRPr sz="1125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B8BE67E-210C-4B22-8B33-A6B1082DAD2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3" y="1435103"/>
            <a:ext cx="4011084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6F61573-B34A-4A6B-BE79-85B9E182CDA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4BD164D-AC03-4E9A-B07B-37A1FB3F40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21C329E-56D5-4296-9432-7E6673B6F6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BEE7530-2CAD-4BBB-B84D-76ADF68282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389717" y="4800600"/>
            <a:ext cx="73152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1125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64C5F6CE-64E4-45AE-A197-0395B6ACB44F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2389717" y="612775"/>
            <a:ext cx="73152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800"/>
            </a:lvl1pPr>
            <a:lvl2pPr marL="257175" indent="0">
              <a:buNone/>
              <a:defRPr sz="1575"/>
            </a:lvl2pPr>
            <a:lvl3pPr marL="514350" indent="0">
              <a:buNone/>
              <a:defRPr sz="1350"/>
            </a:lvl3pPr>
            <a:lvl4pPr marL="771525" indent="0">
              <a:buNone/>
              <a:defRPr sz="1125"/>
            </a:lvl4pPr>
            <a:lvl5pPr marL="1028700" indent="0">
              <a:buNone/>
              <a:defRPr sz="1125"/>
            </a:lvl5pPr>
            <a:lvl6pPr marL="1285875" indent="0">
              <a:buNone/>
              <a:defRPr sz="1125"/>
            </a:lvl6pPr>
            <a:lvl7pPr marL="1543050" indent="0">
              <a:buNone/>
              <a:defRPr sz="1125"/>
            </a:lvl7pPr>
            <a:lvl8pPr marL="1800225" indent="0">
              <a:buNone/>
              <a:defRPr sz="1125"/>
            </a:lvl8pPr>
            <a:lvl9pPr marL="2057400" indent="0">
              <a:buNone/>
              <a:defRPr sz="1125"/>
            </a:lvl9pPr>
          </a:lstStyle>
          <a:p xmlns:a="http://schemas.openxmlformats.org/drawingml/2006/main">
            <a:r>
              <a:t>Click icon to add picture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EAF9883-5A5D-4D1D-9B58-1184F72ADC9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89717" y="5367338"/>
            <a:ext cx="73152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D931EB2-F754-4E29-A304-AAB3E3CE8BF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B7F1061-3F35-406A-83B3-64D66007DC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349B390-79F7-4FD4-A4F4-F6E0C8C64DE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F22744B-0190-433D-A1A7-9037624495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3024063-7304-44D6-A367-385D3FE832B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A5BA36D-FB9A-454E-BFC4-8CD65BD7502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64B97CA-560E-4570-80A2-028D6DE6392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14D8318-DA84-49C8-B1C5-8C7A42EF9B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70A5E60-ED78-4E32-8460-E7EDADA185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839200" y="274643"/>
            <a:ext cx="27432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263F2EF-A24E-4938-8A03-B3AA0A4BE9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274643"/>
            <a:ext cx="8026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F2F3BBE-D115-42B0-A083-954F52283A1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1DC7121-688D-42C5-A1A8-98FB2854FCF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481997E-0372-4088-A23C-8169F18B528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5e71185e9bf64f9f" /><Relationship Type="http://schemas.openxmlformats.org/officeDocument/2006/relationships/theme" Target="/ppt/slideMasters/theme/theme2.xml" Id="R8e3ce843123140bc" /><Relationship Type="http://schemas.openxmlformats.org/officeDocument/2006/relationships/slideLayout" Target="/ppt/slideLayouts/slideLayout1.xml" Id="Readff6f92e47442c" /><Relationship Type="http://schemas.openxmlformats.org/officeDocument/2006/relationships/slideLayout" Target="/ppt/slideLayouts/slideLayout2.xml" Id="R02a8f8ab23784fe8" /><Relationship Type="http://schemas.openxmlformats.org/officeDocument/2006/relationships/slideLayout" Target="/ppt/slideLayouts/slideLayout3.xml" Id="Ra9e71e6195bc4f57" /><Relationship Type="http://schemas.openxmlformats.org/officeDocument/2006/relationships/slideLayout" Target="/ppt/slideLayouts/slideLayout4.xml" Id="Ra992b66bb8244259" /><Relationship Type="http://schemas.openxmlformats.org/officeDocument/2006/relationships/slideLayout" Target="/ppt/slideLayouts/slideLayout5.xml" Id="R93b84804bc6b4983" /><Relationship Type="http://schemas.openxmlformats.org/officeDocument/2006/relationships/slideLayout" Target="/ppt/slideLayouts/slideLayout6.xml" Id="R215b2a899cc74e1e" /><Relationship Type="http://schemas.openxmlformats.org/officeDocument/2006/relationships/slideLayout" Target="/ppt/slideLayouts/slideLayout7.xml" Id="R05c3afbcfb0b41c4" /><Relationship Type="http://schemas.openxmlformats.org/officeDocument/2006/relationships/slideLayout" Target="/ppt/slideLayouts/slideLayout8.xml" Id="R0216c4bec220499f" /><Relationship Type="http://schemas.openxmlformats.org/officeDocument/2006/relationships/slideLayout" Target="/ppt/slideLayouts/slideLayout9.xml" Id="Rd45358269949454e" /><Relationship Type="http://schemas.openxmlformats.org/officeDocument/2006/relationships/slideLayout" Target="/ppt/slideLayouts/slideLayout10.xml" Id="R2bb953eeead6487b" /><Relationship Type="http://schemas.openxmlformats.org/officeDocument/2006/relationships/slideLayout" Target="/ppt/slideLayouts/slideLayout11.xml" Id="R5e2ab10b738b49e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9CB06797-2B9A-45F2-A43E-61A144DE21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274638"/>
            <a:ext cx="109728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1E01DA1-2944-4D4A-B64D-02B9F886820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600205"/>
            <a:ext cx="109728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8CB6E7C-6B6B-4133-9A47-40F2C0E1E965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09600" y="6356355"/>
            <a:ext cx="284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3292664-BC28-41D9-8CF6-6FAF426BD3C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165600" y="6356355"/>
            <a:ext cx="3860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3E24FC-C3E4-4BC7-8B8A-93C48A1A7BF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737600" y="6356355"/>
            <a:ext cx="284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6E1026D2-763C-4A82-8CCF-94B9B6A92AD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71185e9bf64f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112386" y="5899161"/>
            <a:ext cx="1590269" cy="1574800"/>
          </a:xfrm>
          <a:prstGeom xmlns:a="http://schemas.openxmlformats.org/drawingml/2006/main"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adff6f92e47442c"/>
    <p:sldLayoutId xmlns:r="http://schemas.openxmlformats.org/officeDocument/2006/relationships" id="2147483650" r:id="R02a8f8ab23784fe8"/>
    <p:sldLayoutId xmlns:r="http://schemas.openxmlformats.org/officeDocument/2006/relationships" id="2147483651" r:id="Ra9e71e6195bc4f57"/>
    <p:sldLayoutId xmlns:r="http://schemas.openxmlformats.org/officeDocument/2006/relationships" id="2147483652" r:id="Ra992b66bb8244259"/>
    <p:sldLayoutId xmlns:r="http://schemas.openxmlformats.org/officeDocument/2006/relationships" id="2147483653" r:id="R93b84804bc6b4983"/>
    <p:sldLayoutId xmlns:r="http://schemas.openxmlformats.org/officeDocument/2006/relationships" id="2147483654" r:id="R215b2a899cc74e1e"/>
    <p:sldLayoutId xmlns:r="http://schemas.openxmlformats.org/officeDocument/2006/relationships" id="2147483655" r:id="R05c3afbcfb0b41c4"/>
    <p:sldLayoutId xmlns:r="http://schemas.openxmlformats.org/officeDocument/2006/relationships" id="2147483656" r:id="R0216c4bec220499f"/>
    <p:sldLayoutId xmlns:r="http://schemas.openxmlformats.org/officeDocument/2006/relationships" id="2147483657" r:id="Rd45358269949454e"/>
    <p:sldLayoutId xmlns:r="http://schemas.openxmlformats.org/officeDocument/2006/relationships" id="2147483658" r:id="R2bb953eeead6487b"/>
    <p:sldLayoutId xmlns:r="http://schemas.openxmlformats.org/officeDocument/2006/relationships" id="2147483659" r:id="R5e2ab10b738b49e7"/>
  </p:sldLayoutIdLst>
  <p:txStyles>
    <p:titleStyle>
      <a:lvl1pPr xmlns:a="http://schemas.openxmlformats.org/drawingml/2006/main" algn="ctr" defTabSz="257175">
        <a:spcBef>
          <a:spcPct val="0"/>
        </a:spcBef>
        <a:buNone/>
        <a:defRPr sz="4000" kern="1200">
          <a:solidFill>
            <a:srgbClr val="C19B57"/>
          </a:solidFill>
          <a:latin typeface="Orbitron"/>
          <a:ea typeface="Orbitron"/>
          <a:cs typeface="Orbitron"/>
        </a:defRPr>
      </a:lvl1pPr>
    </p:titleStyle>
    <p:bodyStyle>
      <a:lvl1pPr xmlns:a="http://schemas.openxmlformats.org/drawingml/2006/main" marL="192881" indent="-192881" algn="l" defTabSz="257175">
        <a:spcBef>
          <a:spcPct val="20000"/>
        </a:spcBef>
        <a:buFont typeface="Arial"/>
        <a:buChar char="•"/>
        <a:defRPr sz="2800" kern="1200">
          <a:solidFill>
            <a:schemeClr val="tx1"/>
          </a:solidFill>
          <a:latin typeface="Source Sans 3"/>
          <a:ea typeface="Source Sans 3"/>
          <a:cs typeface="Source Sans 3"/>
        </a:defRPr>
      </a:lvl1pPr>
      <a:lvl2pPr xmlns:a="http://schemas.openxmlformats.org/drawingml/2006/main" marL="417910" indent="-160735" algn="l" defTabSz="257175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Source Sans 3"/>
          <a:ea typeface="Source Sans 3"/>
          <a:cs typeface="Source Sans 3"/>
        </a:defRPr>
      </a:lvl2pPr>
      <a:lvl3pPr xmlns:a="http://schemas.openxmlformats.org/drawingml/2006/main" marL="642938" indent="-128588" algn="l" defTabSz="257175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Source Sans 3"/>
          <a:ea typeface="Source Sans 3"/>
          <a:cs typeface="Source Sans 3"/>
        </a:defRPr>
      </a:lvl3pPr>
      <a:lvl4pPr xmlns:a="http://schemas.openxmlformats.org/drawingml/2006/main" marL="900113" indent="-128588" algn="l" defTabSz="257175">
        <a:spcBef>
          <a:spcPct val="20000"/>
        </a:spcBef>
        <a:buFont typeface="Arial"/>
        <a:buChar char="–"/>
        <a:defRPr sz="1600" kern="1200">
          <a:solidFill>
            <a:schemeClr val="tx1"/>
          </a:solidFill>
          <a:latin typeface="Source Sans 3"/>
          <a:ea typeface="Source Sans 3"/>
          <a:cs typeface="Source Sans 3"/>
        </a:defRPr>
      </a:lvl4pPr>
      <a:lvl5pPr xmlns:a="http://schemas.openxmlformats.org/drawingml/2006/main" marL="1157288" indent="-128588" algn="l" defTabSz="257175">
        <a:spcBef>
          <a:spcPct val="20000"/>
        </a:spcBef>
        <a:buFont typeface="Arial"/>
        <a:buChar char="»"/>
        <a:defRPr sz="1600" kern="1200">
          <a:solidFill>
            <a:schemeClr val="tx1"/>
          </a:solidFill>
          <a:latin typeface="Source Sans 3"/>
          <a:ea typeface="Source Sans 3"/>
          <a:cs typeface="Source Sans 3"/>
        </a:defRPr>
      </a:lvl5pPr>
      <a:lvl6pPr xmlns:a="http://schemas.openxmlformats.org/drawingml/2006/main" marL="1414463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671638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928813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185988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5717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1435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77152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02870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28587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54305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80022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05740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38c96ddaba4a04" /><Relationship Type="http://schemas.openxmlformats.org/officeDocument/2006/relationships/notesSlide" Target="/ppt/notesSlides/notesSlide1.xml" Id="R94cd3fa8a0aa40a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45719d541548e5" /><Relationship Type="http://schemas.openxmlformats.org/officeDocument/2006/relationships/notesSlide" Target="/ppt/notesSlides/notesSlide2.xml" Id="Ra97dbe3ecf29460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12e141da19d4eb1" /><Relationship Type="http://schemas.openxmlformats.org/officeDocument/2006/relationships/image" Target="/ppt/media/image.jpeg" Id="R2521e5d0e6444301" /><Relationship Type="http://schemas.openxmlformats.org/officeDocument/2006/relationships/notesSlide" Target="/ppt/notesSlides/notesSlide3.xml" Id="R743947c099944f2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9353d1e1f64cf5" /><Relationship Type="http://schemas.openxmlformats.org/officeDocument/2006/relationships/notesSlide" Target="/ppt/notesSlides/notesSlide4.xml" Id="R1636f59eafd247e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cca2de2f9cb4a6b" /><Relationship Type="http://schemas.openxmlformats.org/officeDocument/2006/relationships/notesSlide" Target="/ppt/notesSlides/notesSlide5.xml" Id="Reab1f34f8aae4f0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b8e0f1ae5645d0" /><Relationship Type="http://schemas.openxmlformats.org/officeDocument/2006/relationships/notesSlide" Target="/ppt/notesSlides/notesSlide6.xml" Id="R7a216e81f33d403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5199448307746e9" /><Relationship Type="http://schemas.openxmlformats.org/officeDocument/2006/relationships/notesSlide" Target="/ppt/notesSlides/notesSlide7.xml" Id="R48e13f2037b741e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46587b07014c44" /><Relationship Type="http://schemas.openxmlformats.org/officeDocument/2006/relationships/image" Target="/ppt/media/image2.jpeg" Id="R7a9f48bbe592483e" /><Relationship Type="http://schemas.openxmlformats.org/officeDocument/2006/relationships/notesSlide" Target="/ppt/notesSlides/notesSlide8.xml" Id="R215db7b0d4f14e5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ced84e287934c44" /><Relationship Type="http://schemas.openxmlformats.org/officeDocument/2006/relationships/notesSlide" Target="/ppt/notesSlides/notesSlide9.xml" Id="R6244743174d5437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92a04f4a584e8b" /><Relationship Type="http://schemas.openxmlformats.org/officeDocument/2006/relationships/image" Target="/ppt/media/image3.jpeg" Id="R66437179a907437b" /><Relationship Type="http://schemas.openxmlformats.org/officeDocument/2006/relationships/notesSlide" Target="/ppt/notesSlides/notesSlide10.xml" Id="R7b2547221c1341b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1d67501524463d" /><Relationship Type="http://schemas.openxmlformats.org/officeDocument/2006/relationships/notesSlide" Target="/ppt/notesSlides/notesSlide11.xml" Id="Rd6312ee96a05449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30c77360254fbe" /><Relationship Type="http://schemas.openxmlformats.org/officeDocument/2006/relationships/image" Target="/ppt/media/image4.jpeg" Id="Ra702efce57da4b5e" /><Relationship Type="http://schemas.openxmlformats.org/officeDocument/2006/relationships/notesSlide" Target="/ppt/notesSlides/notesSlide12.xml" Id="R59a7777f49bd450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87ca21c7a14436" /><Relationship Type="http://schemas.openxmlformats.org/officeDocument/2006/relationships/notesSlide" Target="/ppt/notesSlides/notesSlide13.xml" Id="Rd92b169334ca4a9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893a59b3abf4fa6" /><Relationship Type="http://schemas.openxmlformats.org/officeDocument/2006/relationships/notesSlide" Target="/ppt/notesSlides/notesSlide14.xml" Id="R7450752fd07d4fb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 3">
            <a:extLst xmlns:a="http://schemas.openxmlformats.org/drawingml/2006/main">
              <a:ext uri="{FF2B5EF4-FFF2-40B4-BE49-F238E27FC236}">
                <a16:creationId xmlns:a16="http://schemas.microsoft.com/office/drawing/2014/main" id="{545A441A-7637-3DF3-0B4A-831210D6348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Module 7 Services and DI</a:t>
            </a:r>
            <a:endParaRPr/>
          </a:p>
        </p:txBody>
      </p:sp>
      <p:sp>
        <p:nvSpPr>
          <p:cNvPr id="5" name="Subtitle 4">
            <a:extLst xmlns:a="http://schemas.openxmlformats.org/drawingml/2006/main">
              <a:ext uri="{FF2B5EF4-FFF2-40B4-BE49-F238E27FC236}">
                <a16:creationId xmlns:a16="http://schemas.microsoft.com/office/drawing/2014/main" id="{4ACC02DA-BF9B-57F9-BEC0-E5AE4CC39ED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IoT Project Cost Estimator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0754002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A46B63F-0CA0-40F8-8239-1DDAFF83B80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Move BOM data into a service.</a:t>
            </a:r>
          </a:p>
          <a:p xmlns:a="http://schemas.openxmlformats.org/drawingml/2006/main">
            <a:pPr lvl="0">
              <a:buNone/>
            </a:pPr>
            <a:r>
              <a:t>Register the service and view models.</a:t>
            </a:r>
          </a:p>
          <a:p xmlns:a="http://schemas.openxmlformats.org/drawingml/2006/main">
            <a:pPr lvl="0">
              <a:buNone/>
            </a:pPr>
            <a:r>
              <a:t>Inject dependencies through constructors.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you will build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01291098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A46B63F-0CA0-40F8-8239-1DDAFF83B80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MauiProgram registers services and view models.</a:t>
            </a:r>
          </a:p>
          <a:p xmlns:a="http://schemas.openxmlformats.org/drawingml/2006/main">
            <a:pPr lvl="0">
              <a:buNone/>
            </a:pPr>
            <a:r>
              <a:t>The container calls a constructor with its dependencies.</a:t>
            </a:r>
          </a:p>
          <a:p xmlns:a="http://schemas.openxmlformats.org/drawingml/2006/main">
            <a:pPr lvl="0">
              <a:buNone/>
            </a:pPr>
            <a:r>
              <a:t>An interface lets the view model use a service contract.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86250"/>
          </a:bodyPr>
          <a:lstStyle xmlns:a="http://schemas.openxmlformats.org/drawingml/2006/main"/>
          <a:p xmlns:a="http://schemas.openxmlformats.org/drawingml/2006/main">
            <a:r>
              <a:t>Dependency injection supplies shared objects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1E1C5C-BC75-4647-B2AB-6BE6D8C1BB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21e5d0e6444301"/>
          <a:stretch xmlns:a="http://schemas.openxmlformats.org/drawingml/2006/main"/>
        </p:blipFill>
        <p:spPr>
          <a:xfrm xmlns:a="http://schemas.openxmlformats.org/drawingml/2006/main">
            <a:off x="3133823" y="3190875"/>
            <a:ext cx="5924355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14643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A46B63F-0CA0-40F8-8239-1DDAFF83B80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The BOM service owns the item collection.</a:t>
            </a:r>
          </a:p>
          <a:p xmlns:a="http://schemas.openxmlformats.org/drawingml/2006/main">
            <a:pPr lvl="0">
              <a:buNone/>
            </a:pPr>
            <a:r>
              <a:t>The view model owns user decisions and commands.</a:t>
            </a:r>
          </a:p>
          <a:p xmlns:a="http://schemas.openxmlformats.org/drawingml/2006/main">
            <a:pPr lvl="0">
              <a:buNone/>
            </a:pPr>
            <a:r>
              <a:t>The page displays the result through bindings.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From C# to the screen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9106320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A46B63F-0CA0-40F8-8239-1DDAFF83B80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The view model currently holds the list.</a:t>
            </a:r>
          </a:p>
          <a:p xmlns:a="http://schemas.openxmlformats.org/drawingml/2006/main">
            <a:pPr lvl="0">
              <a:buNone/>
            </a:pPr>
            <a:r>
              <a:t>A service can own shared BOM data.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1: Data ownership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15955654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A46B63F-0CA0-40F8-8239-1DDAFF83B80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Name the owner of Items.</a:t>
            </a:r>
          </a:p>
          <a:p xmlns:a="http://schemas.openxmlformats.org/drawingml/2006/main">
            <a:pPr lvl="0">
              <a:buNone/>
            </a:pPr>
            <a:r>
              <a:t>Keep commands in the view model.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1: What changed?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99104038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A46B63F-0CA0-40F8-8239-1DDAFF83B80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IBomService states the available operations.</a:t>
            </a:r>
          </a:p>
          <a:p xmlns:a="http://schemas.openxmlformats.org/drawingml/2006/main">
            <a:pPr lvl="0">
              <a:buNone/>
            </a:pPr>
            <a:r>
              <a:t>The view model depends on the contract.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2: Service contract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11622309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A46B63F-0CA0-40F8-8239-1DDAFF83B80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The interface has Items and change methods.</a:t>
            </a:r>
          </a:p>
          <a:p xmlns:a="http://schemas.openxmlformats.org/drawingml/2006/main">
            <a:pPr lvl="0">
              <a:buNone/>
            </a:pPr>
            <a:r>
              <a:t>It has no page or dialog code.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2: What changed?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21EB43-495D-4AC4-8015-6FFB342C01B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9f48bbe592483e"/>
          <a:stretch xmlns:a="http://schemas.openxmlformats.org/drawingml/2006/main"/>
        </p:blipFill>
        <p:spPr>
          <a:xfrm xmlns:a="http://schemas.openxmlformats.org/drawingml/2006/main">
            <a:off x="3133823" y="3190875"/>
            <a:ext cx="5924355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75364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A46B63F-0CA0-40F8-8239-1DDAFF83B80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InMemoryBomService implements the contract.</a:t>
            </a:r>
          </a:p>
          <a:p xmlns:a="http://schemas.openxmlformats.org/drawingml/2006/main">
            <a:pPr lvl="0">
              <a:buNone/>
            </a:pPr>
            <a:r>
              <a:t>It keeps the BOM for the current app run.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3: In-memory service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0104296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A46B63F-0CA0-40F8-8239-1DDAFF83B80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Add and Replace use the service.</a:t>
            </a:r>
          </a:p>
          <a:p xmlns:a="http://schemas.openxmlformats.org/drawingml/2006/main">
            <a:pPr lvl="0">
              <a:buNone/>
            </a:pPr>
            <a:r>
              <a:t>CollectionView shows the changed data.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3: What changed?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056076-18FF-4443-8065-9E351FA54EA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37179a907437b"/>
          <a:stretch xmlns:a="http://schemas.openxmlformats.org/drawingml/2006/main"/>
        </p:blipFill>
        <p:spPr>
          <a:xfrm xmlns:a="http://schemas.openxmlformats.org/drawingml/2006/main">
            <a:off x="3133823" y="3190875"/>
            <a:ext cx="5924355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80776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A46B63F-0CA0-40F8-8239-1DDAFF83B80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Register each service in MauiProgram.</a:t>
            </a:r>
          </a:p>
          <a:p xmlns:a="http://schemas.openxmlformats.org/drawingml/2006/main">
            <a:pPr lvl="0">
              <a:buNone/>
            </a:pPr>
            <a:r>
              <a:t>The container passes dependencies to constructors.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4: Dependency injection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99556963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A46B63F-0CA0-40F8-8239-1DDAFF83B80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MAUI creates the page and view model.</a:t>
            </a:r>
          </a:p>
          <a:p xmlns:a="http://schemas.openxmlformats.org/drawingml/2006/main">
            <a:pPr lvl="0">
              <a:buNone/>
            </a:pPr>
            <a:r>
              <a:t>The BOM workflow still works.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4: What changed?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33DDD6-8759-45A5-9A02-FF13FCD8BCF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02efce57da4b5e"/>
          <a:stretch xmlns:a="http://schemas.openxmlformats.org/drawingml/2006/main"/>
        </p:blipFill>
        <p:spPr>
          <a:xfrm xmlns:a="http://schemas.openxmlformats.org/drawingml/2006/main">
            <a:off x="3133823" y="3190875"/>
            <a:ext cx="5924355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01120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A46B63F-0CA0-40F8-8239-1DDAFF83B80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I can trace IBomService into a constructor.</a:t>
            </a:r>
          </a:p>
          <a:p xmlns:a="http://schemas.openxmlformats.org/drawingml/2006/main">
            <a:pPr lvl="0">
              <a:buNone/>
            </a:pPr>
            <a:r>
              <a:t>I can explain why the service owns BOM data.</a:t>
            </a:r>
          </a:p>
          <a:p xmlns:a="http://schemas.openxmlformats.org/drawingml/2006/main">
            <a:pPr lvl="0">
              <a:buNone/>
            </a:pPr>
            <a:r>
              <a:t>I can choose a lifetime for shared data.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you can now explain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3429734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A46B63F-0CA0-40F8-8239-1DDAFF83B80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Dependency injection</a:t>
            </a:r>
          </a:p>
          <a:p xmlns:a="http://schemas.openxmlformats.org/drawingml/2006/main">
            <a:pPr lvl="0">
              <a:buNone/>
            </a:pPr>
            <a:r>
              <a:t>Search Microsoft Learn for this topic.</a:t>
            </a:r>
          </a:p>
          <a:p xmlns:a="http://schemas.openxmlformats.org/drawingml/2006/main">
            <a:pPr lvl="0">
              <a:buNone/>
            </a:pPr>
            <a:r>
              <a:t>Try one example in a small test page.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Read more in MAUI documentation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1439753"/>
      </p:ext>
    </p:extLst>
  </p:cSld>
</p:sld>
</file>

<file path=ppt/theme/theme1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2026-10-15T21:19:14.5980000Z</dcterms:created>
  <dcterms:modified xsi:type="dcterms:W3CDTF">2026-10-15T21:19:14.5980000Z</dcterms:modified>
</coreProperties>
</file>