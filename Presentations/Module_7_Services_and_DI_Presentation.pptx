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8f0dc39a2f4715" /><Relationship Type="http://schemas.openxmlformats.org/officeDocument/2006/relationships/extended-properties" Target="/docProps/app.xml" Id="Rd5417e7081404b95" /><Relationship Type="http://schemas.openxmlformats.org/officeDocument/2006/relationships/officeDocument" Target="/ppt/presentation.xml" Id="R2c75de90864745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f3867a40684710"/>
  </p:sldMasterIdLst>
  <p:notesMasterIdLst>
    <p:notesMasterId xmlns:r="http://schemas.openxmlformats.org/officeDocument/2006/relationships" r:id="R2dd2df19ce114aef"/>
  </p:notesMasterIdLst>
  <p:sldIdLst>
    <p:sldId xmlns:r="http://schemas.openxmlformats.org/officeDocument/2006/relationships" id="256" r:id="R40b796c66bbf4470"/>
    <p:sldId xmlns:r="http://schemas.openxmlformats.org/officeDocument/2006/relationships" id="257" r:id="R5c4e2bed962440f5"/>
    <p:sldId xmlns:r="http://schemas.openxmlformats.org/officeDocument/2006/relationships" id="258" r:id="Rad78dde8a7a6429d"/>
    <p:sldId xmlns:r="http://schemas.openxmlformats.org/officeDocument/2006/relationships" id="259" r:id="R912232c2e6f2410a"/>
    <p:sldId xmlns:r="http://schemas.openxmlformats.org/officeDocument/2006/relationships" id="260" r:id="Rce9bdde1e6554f33"/>
    <p:sldId xmlns:r="http://schemas.openxmlformats.org/officeDocument/2006/relationships" id="261" r:id="R3dde4ae6f9ae41b0"/>
    <p:sldId xmlns:r="http://schemas.openxmlformats.org/officeDocument/2006/relationships" id="262" r:id="R224da8e396af44f8"/>
    <p:sldId xmlns:r="http://schemas.openxmlformats.org/officeDocument/2006/relationships" id="263" r:id="R15b7909c65794668"/>
    <p:sldId xmlns:r="http://schemas.openxmlformats.org/officeDocument/2006/relationships" id="264" r:id="R24b43ef08aa44596"/>
    <p:sldId xmlns:r="http://schemas.openxmlformats.org/officeDocument/2006/relationships" id="265" r:id="R331c84b855ea4ea5"/>
    <p:sldId xmlns:r="http://schemas.openxmlformats.org/officeDocument/2006/relationships" id="266" r:id="R2926439423f54df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615190e899454a" /><Relationship Type="http://schemas.openxmlformats.org/officeDocument/2006/relationships/slideMaster" Target="/ppt/slideMasters/slideMaster1.xml" Id="R03f3867a40684710" /><Relationship Type="http://schemas.openxmlformats.org/officeDocument/2006/relationships/notesMaster" Target="/ppt/notesMasters/notesMaster1.xml" Id="R2dd2df19ce114aef" /><Relationship Type="http://schemas.openxmlformats.org/officeDocument/2006/relationships/presProps" Target="/ppt/presProps.xml" Id="Ra595c39f36784190" /><Relationship Type="http://schemas.openxmlformats.org/officeDocument/2006/relationships/viewProps" Target="/ppt/viewProps.xml" Id="Rc5fa85d85e4c46a2" /><Relationship Type="http://schemas.openxmlformats.org/officeDocument/2006/relationships/tableStyles" Target="/ppt/tableStyles.xml" Id="R10b30c10442f4c7b" /><Relationship Type="http://schemas.openxmlformats.org/officeDocument/2006/relationships/slide" Target="/ppt/slides/slide1.xml" Id="R40b796c66bbf4470" /><Relationship Type="http://schemas.openxmlformats.org/officeDocument/2006/relationships/slide" Target="/ppt/slides/slide2.xml" Id="R5c4e2bed962440f5" /><Relationship Type="http://schemas.openxmlformats.org/officeDocument/2006/relationships/slide" Target="/ppt/slides/slide3.xml" Id="Rad78dde8a7a6429d" /><Relationship Type="http://schemas.openxmlformats.org/officeDocument/2006/relationships/slide" Target="/ppt/slides/slide4.xml" Id="R912232c2e6f2410a" /><Relationship Type="http://schemas.openxmlformats.org/officeDocument/2006/relationships/slide" Target="/ppt/slides/slide5.xml" Id="Rce9bdde1e6554f33" /><Relationship Type="http://schemas.openxmlformats.org/officeDocument/2006/relationships/slide" Target="/ppt/slides/slide6.xml" Id="R3dde4ae6f9ae41b0" /><Relationship Type="http://schemas.openxmlformats.org/officeDocument/2006/relationships/slide" Target="/ppt/slides/slide7.xml" Id="R224da8e396af44f8" /><Relationship Type="http://schemas.openxmlformats.org/officeDocument/2006/relationships/slide" Target="/ppt/slides/slide8.xml" Id="R15b7909c65794668" /><Relationship Type="http://schemas.openxmlformats.org/officeDocument/2006/relationships/slide" Target="/ppt/slides/slide9.xml" Id="R24b43ef08aa44596" /><Relationship Type="http://schemas.openxmlformats.org/officeDocument/2006/relationships/slide" Target="/ppt/slides/slide10.xml" Id="R331c84b855ea4ea5" /><Relationship Type="http://schemas.openxmlformats.org/officeDocument/2006/relationships/slide" Target="/ppt/slides/slide11.xml" Id="R2926439423f54d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5a3de32fa545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9d7d2725e84a97" /><Relationship Type="http://schemas.openxmlformats.org/officeDocument/2006/relationships/notesMaster" Target="/ppt/notesMasters/notesMaster1.xml" Id="Raad995e1569f40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5e04979652492f" /><Relationship Type="http://schemas.openxmlformats.org/officeDocument/2006/relationships/notesMaster" Target="/ppt/notesMasters/notesMaster1.xml" Id="R2fd673c4025f45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d43985d295499e" /><Relationship Type="http://schemas.openxmlformats.org/officeDocument/2006/relationships/notesMaster" Target="/ppt/notesMasters/notesMaster1.xml" Id="R9dea1edb934640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fd0f1438d24da2" /><Relationship Type="http://schemas.openxmlformats.org/officeDocument/2006/relationships/notesMaster" Target="/ppt/notesMasters/notesMaster1.xml" Id="R7ada25b594e048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57f2c7012e4f31" /><Relationship Type="http://schemas.openxmlformats.org/officeDocument/2006/relationships/notesMaster" Target="/ppt/notesMasters/notesMaster1.xml" Id="Rb761a6f28c034a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88cbf1587b49f5" /><Relationship Type="http://schemas.openxmlformats.org/officeDocument/2006/relationships/notesMaster" Target="/ppt/notesMasters/notesMaster1.xml" Id="R86d700d504f34a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2138473b7f4761" /><Relationship Type="http://schemas.openxmlformats.org/officeDocument/2006/relationships/notesMaster" Target="/ppt/notesMasters/notesMaster1.xml" Id="Rcd95c2abaa1143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ac712862a546ec" /><Relationship Type="http://schemas.openxmlformats.org/officeDocument/2006/relationships/notesMaster" Target="/ppt/notesMasters/notesMaster1.xml" Id="R529fb4d8c12b48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6f7243658b4e60" /><Relationship Type="http://schemas.openxmlformats.org/officeDocument/2006/relationships/notesMaster" Target="/ppt/notesMasters/notesMaster1.xml" Id="Rf1afb7f7ef804b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5ce094817b432c" /><Relationship Type="http://schemas.openxmlformats.org/officeDocument/2006/relationships/notesMaster" Target="/ppt/notesMasters/notesMaster1.xml" Id="Ra3e57c9e481240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faeac445264398" /><Relationship Type="http://schemas.openxmlformats.org/officeDocument/2006/relationships/notesMaster" Target="/ppt/notesMasters/notesMaster1.xml" Id="Rf2e183241af94f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Module 7. Open the matching Word tutorial after the exercise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work for Module 7. Show the expected app result before students start. Source: Module 7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1: explain these concepts. Ask students to predict what the change will do. Then open Step 1 in the Word tutorial. Source: Module 7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1: run the app or inspect the code. Ask students to explain the observed result. Source: Module 7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2: explain these concepts. Ask students to predict what the change will do. Then open Step 2 in the Word tutorial. Source: Module 7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2: run the app or inspect the code. Ask students to explain the observed result. Source: Module 7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3: explain these concepts. Ask students to predict what the change will do. Then open Step 3 in the Word tutorial. Source: Module 7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3: run the app or inspect the code. Ask students to explain the observed result. Source: Module 7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4: explain these concepts. Ask students to predict what the change will do. Then open Step 4 in the Word tutorial. Source: Module 7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4: run the app or inspect the code. Ask students to explain the observed result. Source: Module 7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final tutorial checklist. Ask students to explain the module concept without reading code. Source: Module 7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e428d2b0a42bb" /><Relationship Type="http://schemas.openxmlformats.org/officeDocument/2006/relationships/image" Target="/ppt/media/image.png" Id="R42f954e03fc54c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c219d8c2446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50e36a3ea4c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6a70ebc3e645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c815cc2b341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04e4b0a3074d0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9d2ff085047e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086cdd15b42e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7d2e079914c0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7659c778b4c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4bc639e5349c7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Rectangle">
            <a:extLst xmlns:a="http://schemas.openxmlformats.org/drawingml/2006/main">
              <a:ext uri="{FF2B5EF4-FFF2-40B4-BE49-F238E27FC236}">
                <a16:creationId xmlns:a16="http://schemas.microsoft.com/office/drawing/2014/main" id="{A8337851-1C2F-255A-B02C-62D7A1C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E2BC5D85-7D4B-4F9C-8D6E-2213B45C6B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954e03fc54c9c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493" y="280600"/>
            <a:ext cx="7249014" cy="7178499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B19A28E-E483-5B65-D3DF-993E4D1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0140" y="346791"/>
            <a:ext cx="14630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5CDC6E-08BA-8B17-B723-AEBCF89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1202"/>
            <a:ext cx="10506456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5143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013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39966A-2531-41A9-8E9E-CEFDC26134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2876" y="970226"/>
            <a:ext cx="10363200" cy="214947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000" b="1" kern="1200">
                <a:solidFill>
                  <a:schemeClr val="bg1"/>
                </a:solidFill>
                <a:latin typeface="Orbitron"/>
                <a:ea typeface="Orbitron"/>
                <a:cs typeface="Orbitron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0F3D18D-EDDF-43BA-9129-E6B787A070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2879" y="3396875"/>
            <a:ext cx="10363199" cy="26151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60735" indent="-160735" algn="l">
              <a:buFont typeface="Arial"/>
              <a:buChar char="•"/>
              <a:defRPr sz="2000" kern="1200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052D0A-83E2-4C67-969E-B1379A1CBE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AFE541-0571-4233-9B35-EC89CCC9EF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2DE4DD-C5AB-4BA2-9418-211FF677C6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1042D97-83DB-BE5F-E8CD-8D278F42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1" y="546847"/>
            <a:ext cx="1016000" cy="258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396B6D-21D9-4E32-A708-C8FF475CE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144B1D-A036-4094-AFD5-A07EC1AD9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44B560-B3CE-47F8-B2CC-450C1E3064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F9DBC8-1616-42FF-B4D5-6635E6875D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30024" y="6356355"/>
            <a:ext cx="221129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7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3F93F9-6895-403C-9AB2-3D3A80E14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5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225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88B928-705C-4DA5-88CF-2E323C14E1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0087CA1-2BE2-44F1-ADE0-EA4CFFF6F3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52BB6B-1743-4ADD-A43F-CC01DF1FF3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F6CE1A-9F12-447F-917E-75844BFEF1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24B45E-67E8-42F5-8B55-E1E63DFAF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1ECBE52-5B62-4061-A934-6C816C86B5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DA14F3F-2123-4E89-A0B7-546CD4E5D3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28BD3A0-96F7-4E95-8242-291883FAA0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2887400-CC2D-4C30-94D2-91B290535F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F2CCD98-4ED8-426C-8453-5C76D71218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8B3A9A-990A-440C-A360-E54C038E43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CA6EAB-8E84-4D14-99E5-2C96097BAD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7CD1BF2-7BBE-492E-8FCB-E4388C66CF3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7F365EC-010B-4101-B787-96422CDE59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0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ABFB6EE-D09E-4CB9-8811-5AD0907B8FF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70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06333A5-3B81-4708-999B-682C5ED4E5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A5D82CB-FB9E-4B34-9985-5662B23FA4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D94D0C1-E7C1-436C-AD37-22FBBBD6E2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5883E7-27DD-48C3-B0F8-611B928F37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0F617F1-7438-44F9-B107-79B2E45569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4C4B8B1-F083-4CF7-8A90-0917D1A59E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609E04-5E7C-48F7-AE42-AE6EA23AB3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3E41341-A524-415D-8E79-A8987CFFAB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7FBD957-3686-4CEB-BE91-8598BB5166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1174EA-6BFF-4313-B9F9-92550743A1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F3C48E-B7C2-4BCA-A009-FD67983DAF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3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9DC3854-A159-4889-9D8C-6114EFA1EE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5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75"/>
            </a:lvl2pPr>
            <a:lvl3pPr>
              <a:buNone/>
              <a:defRPr sz="1350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C3C284E-B7CD-4E58-89CC-41AC8F4C74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3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2702F-C1FC-4BEB-95CB-2682BD4EE8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38141E2-0C81-4362-A84B-C7FCEE7FA1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2D945BF-4E2E-456D-81A6-C46134D49E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A31D7B-6A44-4A4F-9883-8758713242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782A427-8AD1-4BF9-A3CA-813F74509C2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5A94F0B-04E0-4740-8C07-578CD491F8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00505E8-8864-477B-B44F-9DD6129AF8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C219818-9EAC-4BEF-9641-9B3153F67C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5626AC1-37EC-4B19-8F07-968BC98DF3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CA5D39-C840-49A7-B0E3-8204BF256E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C1E71D0-56B8-4208-B5D6-AF1F64C2D0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B75D28-87F1-4879-8ADD-853CC67CED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6F415E-C19D-4E57-B30C-913B631DFF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C1F2AC-B2C8-47D4-B4A4-78FFAC1219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A7C7562-2875-4212-8D0C-D60A1F56A5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3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985AEA-DC84-4A65-9C15-523EB451D7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3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5E6857-E244-485A-AD7B-27D40DAE59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79D901-DE97-4C7C-9DDA-6A51112C98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48EDFE-C371-4BEE-9898-39EBF02ABE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9e12298586740b9" /><Relationship Type="http://schemas.openxmlformats.org/officeDocument/2006/relationships/theme" Target="/ppt/slideMasters/theme/theme2.xml" Id="R37012d743e014eb5" /><Relationship Type="http://schemas.openxmlformats.org/officeDocument/2006/relationships/slideLayout" Target="/ppt/slideLayouts/slideLayout1.xml" Id="R54264009f5504c71" /><Relationship Type="http://schemas.openxmlformats.org/officeDocument/2006/relationships/slideLayout" Target="/ppt/slideLayouts/slideLayout2.xml" Id="Rfbff0413f0c64900" /><Relationship Type="http://schemas.openxmlformats.org/officeDocument/2006/relationships/slideLayout" Target="/ppt/slideLayouts/slideLayout3.xml" Id="R509345720359496c" /><Relationship Type="http://schemas.openxmlformats.org/officeDocument/2006/relationships/slideLayout" Target="/ppt/slideLayouts/slideLayout4.xml" Id="Rde7cd18f29dc4e08" /><Relationship Type="http://schemas.openxmlformats.org/officeDocument/2006/relationships/slideLayout" Target="/ppt/slideLayouts/slideLayout5.xml" Id="R6a81fae6b8c24c25" /><Relationship Type="http://schemas.openxmlformats.org/officeDocument/2006/relationships/slideLayout" Target="/ppt/slideLayouts/slideLayout6.xml" Id="R6489326066a14191" /><Relationship Type="http://schemas.openxmlformats.org/officeDocument/2006/relationships/slideLayout" Target="/ppt/slideLayouts/slideLayout7.xml" Id="R097491a422e54fb2" /><Relationship Type="http://schemas.openxmlformats.org/officeDocument/2006/relationships/slideLayout" Target="/ppt/slideLayouts/slideLayout8.xml" Id="R64afbee8c1864d9e" /><Relationship Type="http://schemas.openxmlformats.org/officeDocument/2006/relationships/slideLayout" Target="/ppt/slideLayouts/slideLayout9.xml" Id="Rd1c312691c904d61" /><Relationship Type="http://schemas.openxmlformats.org/officeDocument/2006/relationships/slideLayout" Target="/ppt/slideLayouts/slideLayout10.xml" Id="R52187c74af57491f" /><Relationship Type="http://schemas.openxmlformats.org/officeDocument/2006/relationships/slideLayout" Target="/ppt/slideLayouts/slideLayout11.xml" Id="R21635cac2eeb489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967AFCF-66E8-4AF3-B7E9-A0176C4C34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975FE1-9059-4C85-B88A-5932F8D8E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5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7831CE-C6F9-4CA8-93B1-211C4357C36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44E118-DD89-4935-8DDC-9322FC96A00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146E75-68E9-4DE5-BAED-B7F026D51D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EFDF8198-8A0F-4EF4-A495-A211925700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12298586740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386" y="5899161"/>
            <a:ext cx="1590269" cy="15748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264009f5504c71"/>
    <p:sldLayoutId xmlns:r="http://schemas.openxmlformats.org/officeDocument/2006/relationships" id="2147483650" r:id="Rfbff0413f0c64900"/>
    <p:sldLayoutId xmlns:r="http://schemas.openxmlformats.org/officeDocument/2006/relationships" id="2147483651" r:id="R509345720359496c"/>
    <p:sldLayoutId xmlns:r="http://schemas.openxmlformats.org/officeDocument/2006/relationships" id="2147483652" r:id="Rde7cd18f29dc4e08"/>
    <p:sldLayoutId xmlns:r="http://schemas.openxmlformats.org/officeDocument/2006/relationships" id="2147483653" r:id="R6a81fae6b8c24c25"/>
    <p:sldLayoutId xmlns:r="http://schemas.openxmlformats.org/officeDocument/2006/relationships" id="2147483654" r:id="R6489326066a14191"/>
    <p:sldLayoutId xmlns:r="http://schemas.openxmlformats.org/officeDocument/2006/relationships" id="2147483655" r:id="R097491a422e54fb2"/>
    <p:sldLayoutId xmlns:r="http://schemas.openxmlformats.org/officeDocument/2006/relationships" id="2147483656" r:id="R64afbee8c1864d9e"/>
    <p:sldLayoutId xmlns:r="http://schemas.openxmlformats.org/officeDocument/2006/relationships" id="2147483657" r:id="Rd1c312691c904d61"/>
    <p:sldLayoutId xmlns:r="http://schemas.openxmlformats.org/officeDocument/2006/relationships" id="2147483658" r:id="R52187c74af57491f"/>
    <p:sldLayoutId xmlns:r="http://schemas.openxmlformats.org/officeDocument/2006/relationships" id="2147483659" r:id="R21635cac2eeb4890"/>
  </p:sldLayoutIdLst>
  <p:txStyles>
    <p:titleStyle>
      <a:lvl1pPr xmlns:a="http://schemas.openxmlformats.org/drawingml/2006/main" algn="ctr" defTabSz="257175">
        <a:spcBef>
          <a:spcPct val="0"/>
        </a:spcBef>
        <a:buNone/>
        <a:defRPr sz="4000" kern="1200">
          <a:solidFill>
            <a:srgbClr val="C19B57"/>
          </a:solidFill>
          <a:latin typeface="Orbitron"/>
          <a:ea typeface="Orbitron"/>
          <a:cs typeface="Orbitron"/>
        </a:defRPr>
      </a:lvl1pPr>
    </p:titleStyle>
    <p:bodyStyle>
      <a:lvl1pPr xmlns:a="http://schemas.openxmlformats.org/drawingml/2006/main" marL="192881" indent="-192881" algn="l" defTabSz="257175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Source Sans 3"/>
          <a:ea typeface="Source Sans 3"/>
          <a:cs typeface="Source Sans 3"/>
        </a:defRPr>
      </a:lvl1pPr>
      <a:lvl2pPr xmlns:a="http://schemas.openxmlformats.org/drawingml/2006/main" marL="417910" indent="-160735" algn="l" defTabSz="257175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ource Sans 3"/>
          <a:ea typeface="Source Sans 3"/>
          <a:cs typeface="Source Sans 3"/>
        </a:defRPr>
      </a:lvl2pPr>
      <a:lvl3pPr xmlns:a="http://schemas.openxmlformats.org/drawingml/2006/main" marL="642938" indent="-128588" algn="l" defTabSz="257175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Source Sans 3"/>
          <a:ea typeface="Source Sans 3"/>
          <a:cs typeface="Source Sans 3"/>
        </a:defRPr>
      </a:lvl3pPr>
      <a:lvl4pPr xmlns:a="http://schemas.openxmlformats.org/drawingml/2006/main" marL="900113" indent="-128588" algn="l" defTabSz="257175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4pPr>
      <a:lvl5pPr xmlns:a="http://schemas.openxmlformats.org/drawingml/2006/main" marL="1157288" indent="-128588" algn="l" defTabSz="257175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5pPr>
      <a:lvl6pPr xmlns:a="http://schemas.openxmlformats.org/drawingml/2006/main" marL="141446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67163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92881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18598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71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43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715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0287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858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5430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8002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0574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eaaa5e41e45c2" /><Relationship Type="http://schemas.openxmlformats.org/officeDocument/2006/relationships/notesSlide" Target="/ppt/notesSlides/notesSlide1.xml" Id="R7df64e15e0354e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730e0acde24b0c" /><Relationship Type="http://schemas.openxmlformats.org/officeDocument/2006/relationships/notesSlide" Target="/ppt/notesSlides/notesSlide2.xml" Id="R453042a5ed5d4a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208219c2ce4732" /><Relationship Type="http://schemas.openxmlformats.org/officeDocument/2006/relationships/notesSlide" Target="/ppt/notesSlides/notesSlide3.xml" Id="Rb08d74b9be9c49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743776c3574662" /><Relationship Type="http://schemas.openxmlformats.org/officeDocument/2006/relationships/image" Target="/ppt/media/image.jpeg" Id="Ra66c5eb697d840b5" /><Relationship Type="http://schemas.openxmlformats.org/officeDocument/2006/relationships/notesSlide" Target="/ppt/notesSlides/notesSlide4.xml" Id="Rb163b856719b44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642a8fd17640c5" /><Relationship Type="http://schemas.openxmlformats.org/officeDocument/2006/relationships/notesSlide" Target="/ppt/notesSlides/notesSlide5.xml" Id="R6f4608a8fdbb47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1b6f13f8d744e6" /><Relationship Type="http://schemas.openxmlformats.org/officeDocument/2006/relationships/image" Target="/ppt/media/image2.jpeg" Id="Rd6aec0ada37f4fad" /><Relationship Type="http://schemas.openxmlformats.org/officeDocument/2006/relationships/notesSlide" Target="/ppt/notesSlides/notesSlide6.xml" Id="R7a3e5bf63cee4a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f99131950b49b4" /><Relationship Type="http://schemas.openxmlformats.org/officeDocument/2006/relationships/notesSlide" Target="/ppt/notesSlides/notesSlide7.xml" Id="R34dc2319eed046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afd65ba9ce4a5e" /><Relationship Type="http://schemas.openxmlformats.org/officeDocument/2006/relationships/image" Target="/ppt/media/image3.jpeg" Id="R5b94c40824944c42" /><Relationship Type="http://schemas.openxmlformats.org/officeDocument/2006/relationships/notesSlide" Target="/ppt/notesSlides/notesSlide8.xml" Id="R50aea0afc81544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62ba3f974a498a" /><Relationship Type="http://schemas.openxmlformats.org/officeDocument/2006/relationships/notesSlide" Target="/ppt/notesSlides/notesSlide9.xml" Id="R814a1f40737f42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99ecd5205f487f" /><Relationship Type="http://schemas.openxmlformats.org/officeDocument/2006/relationships/image" Target="/ppt/media/image4.jpeg" Id="Ra29fccf18a094191" /><Relationship Type="http://schemas.openxmlformats.org/officeDocument/2006/relationships/notesSlide" Target="/ppt/notesSlides/notesSlide10.xml" Id="R146921a18fba4a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c8a3a822ed480c" /><Relationship Type="http://schemas.openxmlformats.org/officeDocument/2006/relationships/notesSlide" Target="/ppt/notesSlides/notesSlide11.xml" Id="Re94708f619b8423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45A441A-7637-3DF3-0B4A-831210D6348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7 Services and DI</a:t>
            </a:r>
            <a:endParaRPr/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CC02DA-BF9B-57F9-BEC0-E5AE4CC39E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IoT Project Cost Estimator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540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396B6D-21D9-4E32-A708-C8FF475CE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Move BOM data into a service.</a:t>
            </a:r>
          </a:p>
          <a:p xmlns:a="http://schemas.openxmlformats.org/drawingml/2006/main">
            <a:pPr lvl="0">
              <a:buNone/>
            </a:pPr>
            <a:r>
              <a:t>Register the service and view models.</a:t>
            </a:r>
          </a:p>
          <a:p xmlns:a="http://schemas.openxmlformats.org/drawingml/2006/main">
            <a:pPr lvl="0">
              <a:buNone/>
            </a:pPr>
            <a:r>
              <a:t>Inject dependencies through constructors.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Exercise overview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351626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396B6D-21D9-4E32-A708-C8FF475CE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view model currently holds the list.</a:t>
            </a:r>
          </a:p>
          <a:p xmlns:a="http://schemas.openxmlformats.org/drawingml/2006/main">
            <a:pPr lvl="0">
              <a:buNone/>
            </a:pPr>
            <a:r>
              <a:t>A service can own shared BOM data.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 Data ownership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30398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396B6D-21D9-4E32-A708-C8FF475CE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Name the owner of Items.</a:t>
            </a:r>
          </a:p>
          <a:p xmlns:a="http://schemas.openxmlformats.org/drawingml/2006/main">
            <a:pPr lvl="0">
              <a:buNone/>
            </a:pPr>
            <a:r>
              <a:t>Keep commands in the view model.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0C7E6-FD6A-4037-959B-23C8C48BFF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c5eb697d840b5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110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396B6D-21D9-4E32-A708-C8FF475CE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IBomService states the available operations.</a:t>
            </a:r>
          </a:p>
          <a:p xmlns:a="http://schemas.openxmlformats.org/drawingml/2006/main">
            <a:pPr lvl="0">
              <a:buNone/>
            </a:pPr>
            <a:r>
              <a:t>The view model depends on the contract.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 Service contract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154548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396B6D-21D9-4E32-A708-C8FF475CE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interface has Items and change methods.</a:t>
            </a:r>
          </a:p>
          <a:p xmlns:a="http://schemas.openxmlformats.org/drawingml/2006/main">
            <a:pPr lvl="0">
              <a:buNone/>
            </a:pPr>
            <a:r>
              <a:t>It has no page or dialog code.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54119-954A-4819-9625-2B72AB9359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ec0ada37f4fad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571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396B6D-21D9-4E32-A708-C8FF475CE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InMemoryBomService implements the contract.</a:t>
            </a:r>
          </a:p>
          <a:p xmlns:a="http://schemas.openxmlformats.org/drawingml/2006/main">
            <a:pPr lvl="0">
              <a:buNone/>
            </a:pPr>
            <a:r>
              <a:t>It keeps the BOM for the current app run.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 In-memory service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481868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396B6D-21D9-4E32-A708-C8FF475CE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Add and Replace use the service.</a:t>
            </a:r>
          </a:p>
          <a:p xmlns:a="http://schemas.openxmlformats.org/drawingml/2006/main">
            <a:pPr lvl="0">
              <a:buNone/>
            </a:pPr>
            <a:r>
              <a:t>CollectionView shows the changed data.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A22B0-675F-4966-99BE-C9C59F8921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4c40824944c42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892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396B6D-21D9-4E32-A708-C8FF475CE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Register each service in MauiProgram.</a:t>
            </a:r>
          </a:p>
          <a:p xmlns:a="http://schemas.openxmlformats.org/drawingml/2006/main">
            <a:pPr lvl="0">
              <a:buNone/>
            </a:pPr>
            <a:r>
              <a:t>The container passes dependencies to constructors.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4 Dependency injection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34841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396B6D-21D9-4E32-A708-C8FF475CE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MAUI creates the page and view model.</a:t>
            </a:r>
          </a:p>
          <a:p xmlns:a="http://schemas.openxmlformats.org/drawingml/2006/main">
            <a:pPr lvl="0">
              <a:buNone/>
            </a:pPr>
            <a:r>
              <a:t>The BOM workflow still works.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4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CBE30-7E80-4FD7-AFA9-CA72F022A5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fccf18a094191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282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396B6D-21D9-4E32-A708-C8FF475CE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Show the completed app workflow.</a:t>
            </a:r>
          </a:p>
          <a:p xmlns:a="http://schemas.openxmlformats.org/drawingml/2006/main">
            <a:pPr lvl="0">
              <a:buNone/>
            </a:pPr>
            <a:r>
              <a:t>Explain which responsibility changed.</a:t>
            </a:r>
          </a:p>
          <a:p xmlns:a="http://schemas.openxmlformats.org/drawingml/2006/main">
            <a:pPr lvl="0">
              <a:buNone/>
            </a:pPr>
            <a:r>
              <a:t>Check the result before the next module.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Module review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02551401"/>
      </p:ext>
    </p:extLst>
  </p:cSld>
</p:sld>
</file>

<file path=ppt/theme/theme1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2026-10-15T21:03:14.0350000Z</dcterms:created>
  <dcterms:modified xsi:type="dcterms:W3CDTF">2026-10-15T21:03:14.0350000Z</dcterms:modified>
</coreProperties>
</file>