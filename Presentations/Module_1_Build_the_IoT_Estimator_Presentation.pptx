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4e0ea9489a4327" /><Relationship Type="http://schemas.openxmlformats.org/officeDocument/2006/relationships/extended-properties" Target="/docProps/app.xml" Id="Rdc5cbc54b2894ca3" /><Relationship Type="http://schemas.openxmlformats.org/officeDocument/2006/relationships/officeDocument" Target="/ppt/presentation.xml" Id="R2d349598ead545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eee441c3f4db5"/>
  </p:sldMasterIdLst>
  <p:notesMasterIdLst>
    <p:notesMasterId xmlns:r="http://schemas.openxmlformats.org/officeDocument/2006/relationships" r:id="Rac3b6f7e6ac14edd"/>
  </p:notesMasterIdLst>
  <p:sldIdLst>
    <p:sldId xmlns:r="http://schemas.openxmlformats.org/officeDocument/2006/relationships" id="256" r:id="R48f5c37a14e84738"/>
    <p:sldId xmlns:r="http://schemas.openxmlformats.org/officeDocument/2006/relationships" id="257" r:id="R4caadf12d51e4a85"/>
    <p:sldId xmlns:r="http://schemas.openxmlformats.org/officeDocument/2006/relationships" id="258" r:id="R6f4f6e06991c4851"/>
    <p:sldId xmlns:r="http://schemas.openxmlformats.org/officeDocument/2006/relationships" id="259" r:id="Rfb34e79d407343c6"/>
    <p:sldId xmlns:r="http://schemas.openxmlformats.org/officeDocument/2006/relationships" id="260" r:id="Raabdf29edb474ec8"/>
    <p:sldId xmlns:r="http://schemas.openxmlformats.org/officeDocument/2006/relationships" id="261" r:id="Rfd7a176794ba46df"/>
    <p:sldId xmlns:r="http://schemas.openxmlformats.org/officeDocument/2006/relationships" id="262" r:id="Rc840a497aee54cd1"/>
    <p:sldId xmlns:r="http://schemas.openxmlformats.org/officeDocument/2006/relationships" id="263" r:id="Rc106d227d57d4ef6"/>
    <p:sldId xmlns:r="http://schemas.openxmlformats.org/officeDocument/2006/relationships" id="264" r:id="Rfc4f80cddd9e4d2f"/>
    <p:sldId xmlns:r="http://schemas.openxmlformats.org/officeDocument/2006/relationships" id="265" r:id="R609a71ff950c4227"/>
    <p:sldId xmlns:r="http://schemas.openxmlformats.org/officeDocument/2006/relationships" id="266" r:id="R6727918c0a7b47de"/>
    <p:sldId xmlns:r="http://schemas.openxmlformats.org/officeDocument/2006/relationships" id="267" r:id="Rf9fe24d3731c4947"/>
    <p:sldId xmlns:r="http://schemas.openxmlformats.org/officeDocument/2006/relationships" id="268" r:id="R055709711c4f4d49"/>
    <p:sldId xmlns:r="http://schemas.openxmlformats.org/officeDocument/2006/relationships" id="269" r:id="R9a3a21dc5bb94eac"/>
    <p:sldId xmlns:r="http://schemas.openxmlformats.org/officeDocument/2006/relationships" id="270" r:id="Rf797888ae3e1419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ebd930e73e4b89" /><Relationship Type="http://schemas.openxmlformats.org/officeDocument/2006/relationships/slideMaster" Target="/ppt/slideMasters/slideMaster1.xml" Id="R2afeee441c3f4db5" /><Relationship Type="http://schemas.openxmlformats.org/officeDocument/2006/relationships/notesMaster" Target="/ppt/notesMasters/notesMaster1.xml" Id="Rac3b6f7e6ac14edd" /><Relationship Type="http://schemas.openxmlformats.org/officeDocument/2006/relationships/presProps" Target="/ppt/presProps.xml" Id="R8e9efa0404d54541" /><Relationship Type="http://schemas.openxmlformats.org/officeDocument/2006/relationships/viewProps" Target="/ppt/viewProps.xml" Id="R4f9f080aab464949" /><Relationship Type="http://schemas.openxmlformats.org/officeDocument/2006/relationships/tableStyles" Target="/ppt/tableStyles.xml" Id="R435152c6e0ef4f2c" /><Relationship Type="http://schemas.openxmlformats.org/officeDocument/2006/relationships/slide" Target="/ppt/slides/slide1.xml" Id="R48f5c37a14e84738" /><Relationship Type="http://schemas.openxmlformats.org/officeDocument/2006/relationships/slide" Target="/ppt/slides/slide2.xml" Id="R4caadf12d51e4a85" /><Relationship Type="http://schemas.openxmlformats.org/officeDocument/2006/relationships/slide" Target="/ppt/slides/slide3.xml" Id="R6f4f6e06991c4851" /><Relationship Type="http://schemas.openxmlformats.org/officeDocument/2006/relationships/slide" Target="/ppt/slides/slide4.xml" Id="Rfb34e79d407343c6" /><Relationship Type="http://schemas.openxmlformats.org/officeDocument/2006/relationships/slide" Target="/ppt/slides/slide5.xml" Id="Raabdf29edb474ec8" /><Relationship Type="http://schemas.openxmlformats.org/officeDocument/2006/relationships/slide" Target="/ppt/slides/slide6.xml" Id="Rfd7a176794ba46df" /><Relationship Type="http://schemas.openxmlformats.org/officeDocument/2006/relationships/slide" Target="/ppt/slides/slide7.xml" Id="Rc840a497aee54cd1" /><Relationship Type="http://schemas.openxmlformats.org/officeDocument/2006/relationships/slide" Target="/ppt/slides/slide8.xml" Id="Rc106d227d57d4ef6" /><Relationship Type="http://schemas.openxmlformats.org/officeDocument/2006/relationships/slide" Target="/ppt/slides/slide9.xml" Id="Rfc4f80cddd9e4d2f" /><Relationship Type="http://schemas.openxmlformats.org/officeDocument/2006/relationships/slide" Target="/ppt/slides/slide10.xml" Id="R609a71ff950c4227" /><Relationship Type="http://schemas.openxmlformats.org/officeDocument/2006/relationships/slide" Target="/ppt/slides/slide11.xml" Id="R6727918c0a7b47de" /><Relationship Type="http://schemas.openxmlformats.org/officeDocument/2006/relationships/slide" Target="/ppt/slides/slide12.xml" Id="Rf9fe24d3731c4947" /><Relationship Type="http://schemas.openxmlformats.org/officeDocument/2006/relationships/slide" Target="/ppt/slides/slide13.xml" Id="R055709711c4f4d49" /><Relationship Type="http://schemas.openxmlformats.org/officeDocument/2006/relationships/slide" Target="/ppt/slides/slide14.xml" Id="R9a3a21dc5bb94eac" /><Relationship Type="http://schemas.openxmlformats.org/officeDocument/2006/relationships/slide" Target="/ppt/slides/slide15.xml" Id="Rf797888ae3e141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f972b9bb0145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6c634cd2e14bd6" /><Relationship Type="http://schemas.openxmlformats.org/officeDocument/2006/relationships/notesMaster" Target="/ppt/notesMasters/notesMaster1.xml" Id="R96343476dd5d4b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57574c1ebc46be" /><Relationship Type="http://schemas.openxmlformats.org/officeDocument/2006/relationships/notesMaster" Target="/ppt/notesMasters/notesMaster1.xml" Id="Rb4ba55bdc0d742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ee6a34d70b4591" /><Relationship Type="http://schemas.openxmlformats.org/officeDocument/2006/relationships/notesMaster" Target="/ppt/notesMasters/notesMaster1.xml" Id="R6d984d30aeaf46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d110ee64fd493e" /><Relationship Type="http://schemas.openxmlformats.org/officeDocument/2006/relationships/notesMaster" Target="/ppt/notesMasters/notesMaster1.xml" Id="R2aa4ae7f16224b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2f93f1f2ff4a23" /><Relationship Type="http://schemas.openxmlformats.org/officeDocument/2006/relationships/notesMaster" Target="/ppt/notesMasters/notesMaster1.xml" Id="R959df48bd52646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d14d96cb1c40c7" /><Relationship Type="http://schemas.openxmlformats.org/officeDocument/2006/relationships/notesMaster" Target="/ppt/notesMasters/notesMaster1.xml" Id="R7638988e034f48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ae07b426ff40db" /><Relationship Type="http://schemas.openxmlformats.org/officeDocument/2006/relationships/notesMaster" Target="/ppt/notesMasters/notesMaster1.xml" Id="Radb0645f49104f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e113e527144be2" /><Relationship Type="http://schemas.openxmlformats.org/officeDocument/2006/relationships/notesMaster" Target="/ppt/notesMasters/notesMaster1.xml" Id="Rff1eed02a66242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32f885cef24009" /><Relationship Type="http://schemas.openxmlformats.org/officeDocument/2006/relationships/notesMaster" Target="/ppt/notesMasters/notesMaster1.xml" Id="R749e9b538ed14f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9166b2b8584c8f" /><Relationship Type="http://schemas.openxmlformats.org/officeDocument/2006/relationships/notesMaster" Target="/ppt/notesMasters/notesMaster1.xml" Id="Rdb49fc2ae8264d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29c871b4874d8b" /><Relationship Type="http://schemas.openxmlformats.org/officeDocument/2006/relationships/notesMaster" Target="/ppt/notesMasters/notesMaster1.xml" Id="R964b6a9a0e774a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1ead0288f74c58" /><Relationship Type="http://schemas.openxmlformats.org/officeDocument/2006/relationships/notesMaster" Target="/ppt/notesMasters/notesMaster1.xml" Id="Rf122dbb4553b49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431369db7e467f" /><Relationship Type="http://schemas.openxmlformats.org/officeDocument/2006/relationships/notesMaster" Target="/ppt/notesMasters/notesMaster1.xml" Id="Racff5ceb08934f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32fe16d2434457" /><Relationship Type="http://schemas.openxmlformats.org/officeDocument/2006/relationships/notesMaster" Target="/ppt/notesMasters/notesMaster1.xml" Id="Rdb3d5ceaa80343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62eaf33fc84be8" /><Relationship Type="http://schemas.openxmlformats.org/officeDocument/2006/relationships/notesMaster" Target="/ppt/notesMasters/notesMaster1.xml" Id="R1f71096ce3a14b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1. Open the matching Word tutorial after the exercise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work for Module 1. Show the expected app result before students start.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5: explain these concepts. Ask students to predict what the change will do. Then open Step 5 in the Word tutorial.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5: run the app or inspect the code. Ask students to explain the observed result.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12: explain these concepts. Ask students to predict what the change will do. Then open Step 12 in the Word tutorial.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12: run the app or inspect the code. Ask students to explain the observed result.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16: explain these concepts. Ask students to predict what the change will do. Then open Step 16 in the Word tutorial.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16: run the app or inspect the code. Ask students to explain the observed result.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20: explain these concepts. Ask students to predict what the change will do. Then open Step 20 in the Word tutorial.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20: run the app or inspect the code. Ask students to explain the observed result.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21: explain these concepts. Ask students to predict what the change will do. Then open Step 21 in the Word tutorial.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21: run the app or inspect the code. Ask students to explain the observed result.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80a2d5753415c" /><Relationship Type="http://schemas.openxmlformats.org/officeDocument/2006/relationships/image" Target="/ppt/media/image.png" Id="Rc5f9fea2e45348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03138ea354a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3166bc37549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72b5b3b7444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fd7c77fa049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67669c81d43a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2250c51ee452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369313f73466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e47c8801446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9b2966476420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9327205914b0c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2F978DF4-6466-4C88-9BD5-69A5D5CD1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9fea2e45348c1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7F910-3611-43FC-967A-777825D693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F99A6EC-ECB0-4FD1-8FC6-2E559030BD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1D244E-21DC-4D12-8B4A-8B88E12000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478845-C6BA-465F-824E-8263093329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C2244E-31B1-4E47-90D5-911F5312F2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3491CB-FF8F-46D2-A696-F43E57D28F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69A24F-4863-4258-8C34-9AF8B9EBF1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CACFF8-6384-4EB8-89F2-605F8C7D0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B7B654-A639-432F-9371-F5084B495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405228-824E-424E-A4C0-ED1659A2D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42DABB-08BA-4F85-9839-3A04C33D54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6B1B9A-233F-4ABB-AA37-6B65C5345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CD3FC6-1DA2-4422-AB44-0071C72924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7DB66-682C-43E0-8936-C021A1631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48DADE-374E-4FEC-811B-65F4EA5A9A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6872FA1-232C-459F-BB77-4DBC214DEE9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8A764B-3985-49D7-BF0E-0CD6161769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F550F44-8A20-40A2-9816-CBEF81F6A0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652836-9ACB-451B-9D00-0D85CB00F7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4011DE-1548-4233-9A6E-003BC2357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A4CA7E-7547-433F-99D6-2952EA5C8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CF62014-8AC6-4939-9CA8-F591DB67D10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726F756-2298-450D-AF3C-E7FF292AF44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636681C-4DB6-45A3-9CC1-1E34FBEB579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6053148-A284-44EB-83A3-71A76E2AB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56FA87F-58A5-43AB-A133-A8127B818B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60BCD9B-4B7C-4911-B2EC-630BF5C171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2E25A8-320F-4534-A59A-D1AFB8395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ABDBE3E-F1C2-42EA-ADF6-A7F6FEC6C7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245BC78-DB7D-4132-8286-8844F3793D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B14D979-22EF-4388-90CA-5011D6642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BDA4CFD-3314-407E-AFD8-904A9A854A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C2938CC-234A-4A78-9E2F-1A901A5426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0282061-0AD2-48AA-9950-A305C40584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E63A66-A89D-41CB-B507-59D221577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3ECC92-85A8-4DDA-81FB-585B8C48EE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090FDC-6CF0-4433-A209-51934872F2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379E0E3-CD93-4229-802A-C65AB1FD2E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14D677-456A-45CE-9C66-A404C182E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8FE7856-1264-48F1-AC1B-3DF54FF84D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AF2D90-1016-496A-94F3-F19CEEFCE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9679D5-A0AB-4530-8C74-1314BCC92A4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5B8D47B-100C-4E1C-A4F9-D63E4E7541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BC26EEF-2E9B-4257-A26C-0C096927F4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528057E-EE66-463F-84B2-C16F1D8357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67F1CF1-D859-45FD-9D5F-B7980F0E8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63C3CC-FD12-425B-9D6A-A2DDE1E4A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812A15-FD52-4D7C-932A-782CC5DAB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B58CE2-7EBD-4CCB-8F45-3F3FEA74B4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73FEC5-4D84-4E07-9888-A01F4D518C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7667FD-E11E-4A76-9C41-D0F61DDC10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8006ADB-46BB-4338-92E9-FBE8EDE4A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E686B2-CE6D-4FFF-BFD1-513FA3AEDE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BADFCE-CADA-4512-96DD-9ABEE4E010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1E8A8E-365A-4ACE-A9AB-0194396F82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4A23EF-88AF-4CCE-A47E-B7963DE8E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84999c931dd473f" /><Relationship Type="http://schemas.openxmlformats.org/officeDocument/2006/relationships/theme" Target="/ppt/slideMasters/theme/theme2.xml" Id="R2534fa945fd448f4" /><Relationship Type="http://schemas.openxmlformats.org/officeDocument/2006/relationships/slideLayout" Target="/ppt/slideLayouts/slideLayout1.xml" Id="R0e35534195374af8" /><Relationship Type="http://schemas.openxmlformats.org/officeDocument/2006/relationships/slideLayout" Target="/ppt/slideLayouts/slideLayout2.xml" Id="Rb3bb6e59432d4ab4" /><Relationship Type="http://schemas.openxmlformats.org/officeDocument/2006/relationships/slideLayout" Target="/ppt/slideLayouts/slideLayout3.xml" Id="R537bb5c1d17b4f36" /><Relationship Type="http://schemas.openxmlformats.org/officeDocument/2006/relationships/slideLayout" Target="/ppt/slideLayouts/slideLayout4.xml" Id="R085fb12e0a8f4e02" /><Relationship Type="http://schemas.openxmlformats.org/officeDocument/2006/relationships/slideLayout" Target="/ppt/slideLayouts/slideLayout5.xml" Id="R4e62e6f69fd94371" /><Relationship Type="http://schemas.openxmlformats.org/officeDocument/2006/relationships/slideLayout" Target="/ppt/slideLayouts/slideLayout6.xml" Id="Rfe4e5cfe2c464d35" /><Relationship Type="http://schemas.openxmlformats.org/officeDocument/2006/relationships/slideLayout" Target="/ppt/slideLayouts/slideLayout7.xml" Id="Ra1320d5471af4c0f" /><Relationship Type="http://schemas.openxmlformats.org/officeDocument/2006/relationships/slideLayout" Target="/ppt/slideLayouts/slideLayout8.xml" Id="Rd29f1170cc954738" /><Relationship Type="http://schemas.openxmlformats.org/officeDocument/2006/relationships/slideLayout" Target="/ppt/slideLayouts/slideLayout9.xml" Id="R92d5c120fbd1421d" /><Relationship Type="http://schemas.openxmlformats.org/officeDocument/2006/relationships/slideLayout" Target="/ppt/slideLayouts/slideLayout10.xml" Id="Rb93babe3861b49e5" /><Relationship Type="http://schemas.openxmlformats.org/officeDocument/2006/relationships/slideLayout" Target="/ppt/slideLayouts/slideLayout11.xml" Id="R8a06fff9a29e40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D510F36-C518-4180-AC2C-16D9B91E0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D09A65-5670-4410-8030-3B2681C488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CB6695-63ED-42E7-A5BB-DA2AFF144BA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A620C5-FD82-4E57-8C45-192E31FA9F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0D041F-0AC9-448A-96A3-4F06A22FB8D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6C4C9DA5-A86F-4424-B383-23C7EA211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999c931dd47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35534195374af8"/>
    <p:sldLayoutId xmlns:r="http://schemas.openxmlformats.org/officeDocument/2006/relationships" id="2147483650" r:id="Rb3bb6e59432d4ab4"/>
    <p:sldLayoutId xmlns:r="http://schemas.openxmlformats.org/officeDocument/2006/relationships" id="2147483651" r:id="R537bb5c1d17b4f36"/>
    <p:sldLayoutId xmlns:r="http://schemas.openxmlformats.org/officeDocument/2006/relationships" id="2147483652" r:id="R085fb12e0a8f4e02"/>
    <p:sldLayoutId xmlns:r="http://schemas.openxmlformats.org/officeDocument/2006/relationships" id="2147483653" r:id="R4e62e6f69fd94371"/>
    <p:sldLayoutId xmlns:r="http://schemas.openxmlformats.org/officeDocument/2006/relationships" id="2147483654" r:id="Rfe4e5cfe2c464d35"/>
    <p:sldLayoutId xmlns:r="http://schemas.openxmlformats.org/officeDocument/2006/relationships" id="2147483655" r:id="Ra1320d5471af4c0f"/>
    <p:sldLayoutId xmlns:r="http://schemas.openxmlformats.org/officeDocument/2006/relationships" id="2147483656" r:id="Rd29f1170cc954738"/>
    <p:sldLayoutId xmlns:r="http://schemas.openxmlformats.org/officeDocument/2006/relationships" id="2147483657" r:id="R92d5c120fbd1421d"/>
    <p:sldLayoutId xmlns:r="http://schemas.openxmlformats.org/officeDocument/2006/relationships" id="2147483658" r:id="Rb93babe3861b49e5"/>
    <p:sldLayoutId xmlns:r="http://schemas.openxmlformats.org/officeDocument/2006/relationships" id="2147483659" r:id="R8a06fff9a29e4021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5260afa8e475d" /><Relationship Type="http://schemas.openxmlformats.org/officeDocument/2006/relationships/notesSlide" Target="/ppt/notesSlides/notesSlide1.xml" Id="R4672eb9b0cad4f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23fbc51f6e4a9c" /><Relationship Type="http://schemas.openxmlformats.org/officeDocument/2006/relationships/notesSlide" Target="/ppt/notesSlides/notesSlide2.xml" Id="Rb4d9d2560d7648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92719da2b94ab6" /><Relationship Type="http://schemas.openxmlformats.org/officeDocument/2006/relationships/notesSlide" Target="/ppt/notesSlides/notesSlide3.xml" Id="R3cc7de52ccd347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d49d60e5064288" /><Relationship Type="http://schemas.openxmlformats.org/officeDocument/2006/relationships/image" Target="/ppt/media/image2.png" Id="Rc994f39c147b4ae8" /><Relationship Type="http://schemas.openxmlformats.org/officeDocument/2006/relationships/notesSlide" Target="/ppt/notesSlides/notesSlide4.xml" Id="R3b8de9683e2141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4e5c54b3414489" /><Relationship Type="http://schemas.openxmlformats.org/officeDocument/2006/relationships/notesSlide" Target="/ppt/notesSlides/notesSlide5.xml" Id="R7f241c5e6f64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4a96a154914124" /><Relationship Type="http://schemas.openxmlformats.org/officeDocument/2006/relationships/image" Target="/ppt/media/image.jpeg" Id="Rdccb0f6047434f9e" /><Relationship Type="http://schemas.openxmlformats.org/officeDocument/2006/relationships/notesSlide" Target="/ppt/notesSlides/notesSlide6.xml" Id="R28525f2acc0f46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07b87a95e4272" /><Relationship Type="http://schemas.openxmlformats.org/officeDocument/2006/relationships/notesSlide" Target="/ppt/notesSlides/notesSlide7.xml" Id="R1f5492eee42b46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45e5d966141ef" /><Relationship Type="http://schemas.openxmlformats.org/officeDocument/2006/relationships/image" Target="/ppt/media/image3.png" Id="R8b8947bdd4f3460d" /><Relationship Type="http://schemas.openxmlformats.org/officeDocument/2006/relationships/notesSlide" Target="/ppt/notesSlides/notesSlide8.xml" Id="Rc94671c621cf48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f1792a36c4e13" /><Relationship Type="http://schemas.openxmlformats.org/officeDocument/2006/relationships/notesSlide" Target="/ppt/notesSlides/notesSlide9.xml" Id="Rf366008e4cc14f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7c8a53a1994270" /><Relationship Type="http://schemas.openxmlformats.org/officeDocument/2006/relationships/image" Target="/ppt/media/image2.jpeg" Id="R092d55412ff8402e" /><Relationship Type="http://schemas.openxmlformats.org/officeDocument/2006/relationships/notesSlide" Target="/ppt/notesSlides/notesSlide10.xml" Id="R092480ff188340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618c9f57234e37" /><Relationship Type="http://schemas.openxmlformats.org/officeDocument/2006/relationships/notesSlide" Target="/ppt/notesSlides/notesSlide11.xml" Id="R5f670dbb1bb943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85a666600d4c75" /><Relationship Type="http://schemas.openxmlformats.org/officeDocument/2006/relationships/image" Target="/ppt/media/image3.jpeg" Id="Rc62a82ee40374030" /><Relationship Type="http://schemas.openxmlformats.org/officeDocument/2006/relationships/notesSlide" Target="/ppt/notesSlides/notesSlide12.xml" Id="R5a1597669c5049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a0b2bffc2343cc" /><Relationship Type="http://schemas.openxmlformats.org/officeDocument/2006/relationships/notesSlide" Target="/ppt/notesSlides/notesSlide13.xml" Id="R00ffb6ac36e146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95cde6a014bea" /><Relationship Type="http://schemas.openxmlformats.org/officeDocument/2006/relationships/image" Target="/ppt/media/image4.jpeg" Id="R69b7ee9c6cd94e94" /><Relationship Type="http://schemas.openxmlformats.org/officeDocument/2006/relationships/notesSlide" Target="/ppt/notesSlides/notesSlide14.xml" Id="R9eb368b0d8d047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8b9c81becd4462" /><Relationship Type="http://schemas.openxmlformats.org/officeDocument/2006/relationships/notesSlide" Target="/ppt/notesSlides/notesSlide15.xml" Id="Rfd68edf05a804f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 Build the IoT Estimator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Change the MAUI template for the estimator.</a:t>
            </a:r>
          </a:p>
          <a:p xmlns:a="http://schemas.openxmlformats.org/drawingml/2006/main">
            <a:pPr lvl="0">
              <a:buNone/>
            </a:pPr>
            <a:r>
              <a:t>Add a model and an item editor page.</a:t>
            </a:r>
          </a:p>
          <a:p xmlns:a="http://schemas.openxmlformats.org/drawingml/2006/main">
            <a:pPr lvl="0">
              <a:buNone/>
            </a:pPr>
            <a:r>
              <a:t>Validate text and numbers before calculation.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Exercise overview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28890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XAML defines the visible page.</a:t>
            </a:r>
          </a:p>
          <a:p xmlns:a="http://schemas.openxmlformats.org/drawingml/2006/main">
            <a:pPr lvl="0">
              <a:buNone/>
            </a:pPr>
            <a:r>
              <a:t>C# code handles page behavior.</a:t>
            </a:r>
          </a:p>
          <a:p xmlns:a="http://schemas.openxmlformats.org/drawingml/2006/main">
            <a:pPr lvl="0">
              <a:buNone/>
            </a:pPr>
            <a:r>
              <a:t>Resources holds images and app artwork.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 MAUI project files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3689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Find MainPage, AppShell, and Resources.</a:t>
            </a:r>
          </a:p>
          <a:p xmlns:a="http://schemas.openxmlformats.org/drawingml/2006/main">
            <a:pPr lvl="0">
              <a:buNone/>
            </a:pPr>
            <a:r>
              <a:t>Explain the job of each file.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54F75-32CE-4385-8957-1BEF40D99C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4f39c147b4ae8"/>
          <a:stretch xmlns:a="http://schemas.openxmlformats.org/drawingml/2006/main"/>
        </p:blipFill>
        <p:spPr>
          <a:xfrm xmlns:a="http://schemas.openxmlformats.org/drawingml/2006/main">
            <a:off x="2667000" y="3397063"/>
            <a:ext cx="6858000" cy="26356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24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Export the logo as a transparent PNG.</a:t>
            </a:r>
          </a:p>
          <a:p xmlns:a="http://schemas.openxmlformats.org/drawingml/2006/main">
            <a:pPr lvl="0">
              <a:buNone/>
            </a:pPr>
            <a:r>
              <a:t>Keep the app icon square.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 Image resources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9903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transparent logo is ready for the app.</a:t>
            </a:r>
          </a:p>
          <a:p xmlns:a="http://schemas.openxmlformats.org/drawingml/2006/main">
            <a:pPr lvl="0">
              <a:buNone/>
            </a:pPr>
            <a:r>
              <a:t>The Home page can show it in Step 6.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C2856-7E79-45D5-A0B4-C027762EA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b0f6047434f9e"/>
          <a:stretch xmlns:a="http://schemas.openxmlformats.org/drawingml/2006/main"/>
        </p:blipFill>
        <p:spPr>
          <a:xfrm xmlns:a="http://schemas.openxmlformats.org/drawingml/2006/main">
            <a:off x="3227294" y="3190875"/>
            <a:ext cx="5737412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538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model stores one material item.</a:t>
            </a:r>
          </a:p>
          <a:p xmlns:a="http://schemas.openxmlformats.org/drawingml/2006/main">
            <a:pPr lvl="0">
              <a:buNone/>
            </a:pPr>
            <a:r>
              <a:t>TotalCost uses cost and quantity.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12 MaterialItem model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4707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Create one item with the required values.</a:t>
            </a:r>
          </a:p>
          <a:p xmlns:a="http://schemas.openxmlformats.org/drawingml/2006/main">
            <a:pPr lvl="0">
              <a:buNone/>
            </a:pPr>
            <a:r>
              <a:t>Check its calculated total.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12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9CE01-A200-4E6B-BD44-56A1E7AE48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947bdd4f3460d"/>
          <a:stretch xmlns:a="http://schemas.openxmlformats.org/drawingml/2006/main"/>
        </p:blipFill>
        <p:spPr>
          <a:xfrm xmlns:a="http://schemas.openxmlformats.org/drawingml/2006/main">
            <a:off x="2667000" y="3397063"/>
            <a:ext cx="6858000" cy="26356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095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vertical layout stacks the inputs.</a:t>
            </a:r>
          </a:p>
          <a:p xmlns:a="http://schemas.openxmlformats.org/drawingml/2006/main">
            <a:pPr lvl="0">
              <a:buNone/>
            </a:pPr>
            <a:r>
              <a:t>A ScrollView keeps the form usable.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16 Editor page layout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22656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Item Editor shows every input.</a:t>
            </a:r>
          </a:p>
          <a:p xmlns:a="http://schemas.openxmlformats.org/drawingml/2006/main">
            <a:pPr lvl="0">
              <a:buNone/>
            </a:pPr>
            <a:r>
              <a:t>The Submit button appears below the form.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16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D3CE7-91D0-4DED-AAEF-CD93B5D222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d55412ff8402e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558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Shell lists the app destinations.</a:t>
            </a:r>
          </a:p>
          <a:p xmlns:a="http://schemas.openxmlformats.org/drawingml/2006/main">
            <a:pPr lvl="0">
              <a:buNone/>
            </a:pPr>
            <a:r>
              <a:t>A route opens the editor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20 Shell navigation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13670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Open the editor through Shell.</a:t>
            </a:r>
          </a:p>
          <a:p xmlns:a="http://schemas.openxmlformats.org/drawingml/2006/main">
            <a:pPr lvl="0">
              <a:buNone/>
            </a:pPr>
            <a:r>
              <a:t>Use Back to return to Home.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20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FC570-BB46-48C7-9A31-55486181A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a82ee40374030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987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Check required text before calculation.</a:t>
            </a:r>
          </a:p>
          <a:p xmlns:a="http://schemas.openxmlformats.org/drawingml/2006/main">
            <a:pPr lvl="0">
              <a:buNone/>
            </a:pPr>
            <a:r>
              <a:t>Use TryParse for numeric input.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21 Input validation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19932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Invalid input shows an alert.</a:t>
            </a:r>
          </a:p>
          <a:p xmlns:a="http://schemas.openxmlformats.org/drawingml/2006/main">
            <a:pPr lvl="0">
              <a:buNone/>
            </a:pPr>
            <a:r>
              <a:t>Valid input produces a total.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21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0C980-08A3-4B90-B6E4-39C99D6E6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7ee9c6cd94e94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590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03F15E-18FE-4E65-B556-CBCC35D79B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Show the completed app workflow.</a:t>
            </a:r>
          </a:p>
          <a:p xmlns:a="http://schemas.openxmlformats.org/drawingml/2006/main">
            <a:pPr lvl="0">
              <a:buNone/>
            </a:pPr>
            <a:r>
              <a:t>Explain which responsibility changed.</a:t>
            </a:r>
          </a:p>
          <a:p xmlns:a="http://schemas.openxmlformats.org/drawingml/2006/main">
            <a:pPr lvl="0">
              <a:buNone/>
            </a:pPr>
            <a:r>
              <a:t>Check the result before the next module.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Module review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7467416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2026-10-15T21:05:04.3390000Z</dcterms:created>
  <dcterms:modified xsi:type="dcterms:W3CDTF">2026-10-15T21:05:04.3390000Z</dcterms:modified>
</coreProperties>
</file>