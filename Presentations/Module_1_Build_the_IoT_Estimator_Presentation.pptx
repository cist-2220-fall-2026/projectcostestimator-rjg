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0c4751fca2664383" /><Relationship Type="http://schemas.openxmlformats.org/officeDocument/2006/relationships/extended-properties" Target="/docProps/app.xml" Id="Rce03c74d3c514880" /><Relationship Type="http://schemas.openxmlformats.org/officeDocument/2006/relationships/officeDocument" Target="/ppt/presentation.xml" Id="R95e8f2116fe648df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53f2d096ff6d4511"/>
  </p:sldMasterIdLst>
  <p:notesMasterIdLst>
    <p:notesMasterId xmlns:r="http://schemas.openxmlformats.org/officeDocument/2006/relationships" r:id="Ra65d11f4ee4e46ae"/>
  </p:notesMasterIdLst>
  <p:sldIdLst>
    <p:sldId xmlns:r="http://schemas.openxmlformats.org/officeDocument/2006/relationships" id="256" r:id="R9f2f3b30929d4e12"/>
    <p:sldId xmlns:r="http://schemas.openxmlformats.org/officeDocument/2006/relationships" id="257" r:id="R34fe383633b1400b"/>
    <p:sldId xmlns:r="http://schemas.openxmlformats.org/officeDocument/2006/relationships" id="258" r:id="Rcd9cdefb71694ff3"/>
    <p:sldId xmlns:r="http://schemas.openxmlformats.org/officeDocument/2006/relationships" id="259" r:id="R0e6b980e4ad04644"/>
    <p:sldId xmlns:r="http://schemas.openxmlformats.org/officeDocument/2006/relationships" id="260" r:id="Rc173140c009d43a0"/>
    <p:sldId xmlns:r="http://schemas.openxmlformats.org/officeDocument/2006/relationships" id="261" r:id="R2ff7055a92ed4670"/>
    <p:sldId xmlns:r="http://schemas.openxmlformats.org/officeDocument/2006/relationships" id="262" r:id="R823e9b25e2c34ff1"/>
    <p:sldId xmlns:r="http://schemas.openxmlformats.org/officeDocument/2006/relationships" id="263" r:id="Rf4c8a19283cf4546"/>
    <p:sldId xmlns:r="http://schemas.openxmlformats.org/officeDocument/2006/relationships" id="264" r:id="Rc5c0eb2bdb654099"/>
    <p:sldId xmlns:r="http://schemas.openxmlformats.org/officeDocument/2006/relationships" id="265" r:id="R0ec193071afd42ec"/>
    <p:sldId xmlns:r="http://schemas.openxmlformats.org/officeDocument/2006/relationships" id="266" r:id="Ra411b300dfad4759"/>
    <p:sldId xmlns:r="http://schemas.openxmlformats.org/officeDocument/2006/relationships" id="267" r:id="Ra0563ce0f5454b9d"/>
    <p:sldId xmlns:r="http://schemas.openxmlformats.org/officeDocument/2006/relationships" id="268" r:id="R827fd62d7be847a1"/>
    <p:sldId xmlns:r="http://schemas.openxmlformats.org/officeDocument/2006/relationships" id="269" r:id="Rd74b936dd79048e7"/>
    <p:sldId xmlns:r="http://schemas.openxmlformats.org/officeDocument/2006/relationships" id="270" r:id="R8871b04519964fda"/>
    <p:sldId xmlns:r="http://schemas.openxmlformats.org/officeDocument/2006/relationships" id="271" r:id="Rff90c5204d5e4ee3"/>
    <p:sldId xmlns:r="http://schemas.openxmlformats.org/officeDocument/2006/relationships" id="272" r:id="R1675b5e290e4483b"/>
    <p:sldId xmlns:r="http://schemas.openxmlformats.org/officeDocument/2006/relationships" id="273" r:id="R6cfdbfe1e4844236"/>
  </p:sldIdLst>
  <p:sldSz cx="12192000" cy="6858000"/>
  <p:notesSz cx="6858000" cy="9144000"/>
  <p:defaultTextStyle>
    <a:defPPr xmlns:a="http://schemas.openxmlformats.org/drawingml/2006/main">
      <a:buNone/>
    </a:defPPr>
    <a:lvl1pPr xmlns:a="http://schemas.openxmlformats.org/drawingml/2006/main" marL="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1pPr>
    <a:lvl2pPr xmlns:a="http://schemas.openxmlformats.org/drawingml/2006/main" marL="4572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2pPr>
    <a:lvl3pPr xmlns:a="http://schemas.openxmlformats.org/drawingml/2006/main" marL="9144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3pPr>
    <a:lvl4pPr xmlns:a="http://schemas.openxmlformats.org/drawingml/2006/main" marL="13716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4pPr>
    <a:lvl5pPr xmlns:a="http://schemas.openxmlformats.org/drawingml/2006/main" marL="18288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5pPr>
    <a:lvl6pPr xmlns:a="http://schemas.openxmlformats.org/drawingml/2006/main" marL="22860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6pPr>
    <a:lvl7pPr xmlns:a="http://schemas.openxmlformats.org/drawingml/2006/main" marL="27432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7pPr>
    <a:lvl8pPr xmlns:a="http://schemas.openxmlformats.org/drawingml/2006/main" marL="32004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8pPr>
    <a:lvl9pPr xmlns:a="http://schemas.openxmlformats.org/drawingml/2006/main" marL="36576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2ac4231e3d4a4d64" /><Relationship Type="http://schemas.openxmlformats.org/officeDocument/2006/relationships/slideMaster" Target="/ppt/slideMasters/slideMaster1.xml" Id="R53f2d096ff6d4511" /><Relationship Type="http://schemas.openxmlformats.org/officeDocument/2006/relationships/notesMaster" Target="/ppt/notesMasters/notesMaster1.xml" Id="Ra65d11f4ee4e46ae" /><Relationship Type="http://schemas.openxmlformats.org/officeDocument/2006/relationships/presProps" Target="/ppt/presProps.xml" Id="R89c6529d40494bdb" /><Relationship Type="http://schemas.openxmlformats.org/officeDocument/2006/relationships/viewProps" Target="/ppt/viewProps.xml" Id="Re1b55b8de82b45a9" /><Relationship Type="http://schemas.openxmlformats.org/officeDocument/2006/relationships/tableStyles" Target="/ppt/tableStyles.xml" Id="R7163ea83149a4181" /><Relationship Type="http://schemas.openxmlformats.org/officeDocument/2006/relationships/slide" Target="/ppt/slides/slide1.xml" Id="R9f2f3b30929d4e12" /><Relationship Type="http://schemas.openxmlformats.org/officeDocument/2006/relationships/slide" Target="/ppt/slides/slide2.xml" Id="R34fe383633b1400b" /><Relationship Type="http://schemas.openxmlformats.org/officeDocument/2006/relationships/slide" Target="/ppt/slides/slide3.xml" Id="Rcd9cdefb71694ff3" /><Relationship Type="http://schemas.openxmlformats.org/officeDocument/2006/relationships/slide" Target="/ppt/slides/slide4.xml" Id="R0e6b980e4ad04644" /><Relationship Type="http://schemas.openxmlformats.org/officeDocument/2006/relationships/slide" Target="/ppt/slides/slide5.xml" Id="Rc173140c009d43a0" /><Relationship Type="http://schemas.openxmlformats.org/officeDocument/2006/relationships/slide" Target="/ppt/slides/slide6.xml" Id="R2ff7055a92ed4670" /><Relationship Type="http://schemas.openxmlformats.org/officeDocument/2006/relationships/slide" Target="/ppt/slides/slide7.xml" Id="R823e9b25e2c34ff1" /><Relationship Type="http://schemas.openxmlformats.org/officeDocument/2006/relationships/slide" Target="/ppt/slides/slide8.xml" Id="Rf4c8a19283cf4546" /><Relationship Type="http://schemas.openxmlformats.org/officeDocument/2006/relationships/slide" Target="/ppt/slides/slide9.xml" Id="Rc5c0eb2bdb654099" /><Relationship Type="http://schemas.openxmlformats.org/officeDocument/2006/relationships/slide" Target="/ppt/slides/slide10.xml" Id="R0ec193071afd42ec" /><Relationship Type="http://schemas.openxmlformats.org/officeDocument/2006/relationships/slide" Target="/ppt/slides/slide11.xml" Id="Ra411b300dfad4759" /><Relationship Type="http://schemas.openxmlformats.org/officeDocument/2006/relationships/slide" Target="/ppt/slides/slide12.xml" Id="Ra0563ce0f5454b9d" /><Relationship Type="http://schemas.openxmlformats.org/officeDocument/2006/relationships/slide" Target="/ppt/slides/slide13.xml" Id="R827fd62d7be847a1" /><Relationship Type="http://schemas.openxmlformats.org/officeDocument/2006/relationships/slide" Target="/ppt/slides/slide14.xml" Id="Rd74b936dd79048e7" /><Relationship Type="http://schemas.openxmlformats.org/officeDocument/2006/relationships/slide" Target="/ppt/slides/slide15.xml" Id="R8871b04519964fda" /><Relationship Type="http://schemas.openxmlformats.org/officeDocument/2006/relationships/slide" Target="/ppt/slides/slide16.xml" Id="Rff90c5204d5e4ee3" /><Relationship Type="http://schemas.openxmlformats.org/officeDocument/2006/relationships/slide" Target="/ppt/slides/slide17.xml" Id="R1675b5e290e4483b" /><Relationship Type="http://schemas.openxmlformats.org/officeDocument/2006/relationships/slide" Target="/ppt/slides/slide18.xml" Id="R6cfdbfe1e4844236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0b6cf6be4604448e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EMMW Tech Bronze Theme Widescree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a60fd99c4529409b" /><Relationship Type="http://schemas.openxmlformats.org/officeDocument/2006/relationships/notesMaster" Target="/ppt/notesMasters/notesMaster1.xml" Id="R13b8063acf1f4572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bae4a7e75855431c" /><Relationship Type="http://schemas.openxmlformats.org/officeDocument/2006/relationships/notesMaster" Target="/ppt/notesMasters/notesMaster1.xml" Id="R2b116281f3714f40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0f77ebf745724ded" /><Relationship Type="http://schemas.openxmlformats.org/officeDocument/2006/relationships/notesMaster" Target="/ppt/notesMasters/notesMaster1.xml" Id="R64dbffb5e71d4682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7843f5250b3c42c1" /><Relationship Type="http://schemas.openxmlformats.org/officeDocument/2006/relationships/notesMaster" Target="/ppt/notesMasters/notesMaster1.xml" Id="Re514b34c1b2a4521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2b7d3cd0dd4842e6" /><Relationship Type="http://schemas.openxmlformats.org/officeDocument/2006/relationships/notesMaster" Target="/ppt/notesMasters/notesMaster1.xml" Id="R1637e517abd94837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cefd16da8d2841b6" /><Relationship Type="http://schemas.openxmlformats.org/officeDocument/2006/relationships/notesMaster" Target="/ppt/notesMasters/notesMaster1.xml" Id="R311f514d9e624819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644ce53f7f3e4fa4" /><Relationship Type="http://schemas.openxmlformats.org/officeDocument/2006/relationships/notesMaster" Target="/ppt/notesMasters/notesMaster1.xml" Id="R8365787cccc242c1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c68e75256c384ea1" /><Relationship Type="http://schemas.openxmlformats.org/officeDocument/2006/relationships/notesMaster" Target="/ppt/notesMasters/notesMaster1.xml" Id="Re24f4dc866dc486e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d095d2c8dfdd41d7" /><Relationship Type="http://schemas.openxmlformats.org/officeDocument/2006/relationships/notesMaster" Target="/ppt/notesMasters/notesMaster1.xml" Id="R9845a584fa7445cf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cd698dcf63d441ec" /><Relationship Type="http://schemas.openxmlformats.org/officeDocument/2006/relationships/notesMaster" Target="/ppt/notesMasters/notesMaster1.xml" Id="R52137352cd0c42b8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7d7bd60606a949a6" /><Relationship Type="http://schemas.openxmlformats.org/officeDocument/2006/relationships/notesMaster" Target="/ppt/notesMasters/notesMaster1.xml" Id="R58136e82a1ae4728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45782bab0b6940f2" /><Relationship Type="http://schemas.openxmlformats.org/officeDocument/2006/relationships/notesMaster" Target="/ppt/notesMasters/notesMaster1.xml" Id="R83c012d70d364676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65a1fd4554bb4ce5" /><Relationship Type="http://schemas.openxmlformats.org/officeDocument/2006/relationships/notesMaster" Target="/ppt/notesMasters/notesMaster1.xml" Id="R062f4c0cc4304380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c3d5f9d773824ab4" /><Relationship Type="http://schemas.openxmlformats.org/officeDocument/2006/relationships/notesMaster" Target="/ppt/notesMasters/notesMaster1.xml" Id="Ra1e5c73d06a04b63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2bc50887295a4e1b" /><Relationship Type="http://schemas.openxmlformats.org/officeDocument/2006/relationships/notesMaster" Target="/ppt/notesMasters/notesMaster1.xml" Id="Rbf4d3b9fd94a4b90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f504a9712d4043d9" /><Relationship Type="http://schemas.openxmlformats.org/officeDocument/2006/relationships/notesMaster" Target="/ppt/notesMasters/notesMaster1.xml" Id="Rb9a79d14687d490d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1c8b6fa5543f4bb4" /><Relationship Type="http://schemas.openxmlformats.org/officeDocument/2006/relationships/notesMaster" Target="/ppt/notesMasters/notesMaster1.xml" Id="Rd01d8f6b384f4b23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33a4369cec564e22" /><Relationship Type="http://schemas.openxmlformats.org/officeDocument/2006/relationships/notesMaster" Target="/ppt/notesMasters/notesMaster1.xml" Id="R09675793fac74272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Open the matching Word tutorial after the exercise overview. Source: Module 1 Word tutorial.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Give students the outcome before they start. Source: Module 1 Word tutorial.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Explain the framework idea before the first exercise step. MAUI documentation: https://learn.microsoft.com/dotnet/maui/xaml/fundamentals/get-started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Ask students to identify the C# object, the XAML control, and the connection between them. Source: Module 1 Word tutorial. MAUI documentation: https://learn.microsoft.com/dotnet/maui/xaml/fundamentals/get-started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Before tutorial Step 1: explain these concepts. Ask students to predict what the change will do. Then open Step 1 in the Word tutorial. Source: Module 1 Word tutorial. Related MAUI documentation: https://learn.microsoft.com/dotnet/maui/xaml/fundamentals/get-started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After tutorial Step 1: run the app or inspect the code. Ask students to explain the observed result. Source: Module 1 Word tutorial.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Before tutorial Step 5: explain these concepts. Ask students to predict what the change will do. Then open Step 5 in the Word tutorial. Source: Module 1 Word tutorial. Related MAUI documentation: https://learn.microsoft.com/dotnet/maui/xaml/fundamentals/get-started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After tutorial Step 5: run the app or inspect the code. Ask students to explain the observed result. Source: Module 1 Word tutorial.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Before tutorial Step 12: explain these concepts. Ask students to predict what the change will do. Then open Step 12 in the Word tutorial. Source: Module 1 Word tutorial. Related MAUI documentation: https://learn.microsoft.com/dotnet/maui/xaml/fundamentals/get-started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After tutorial Step 12: run the app or inspect the code. Ask students to explain the observed result. Source: Module 1 Word tutorial.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Before tutorial Step 16: explain these concepts. Ask students to predict what the change will do. Then open Step 16 in the Word tutorial. Source: Module 1 Word tutorial. Related MAUI documentation: https://learn.microsoft.com/dotnet/maui/xaml/fundamentals/get-started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After tutorial Step 16: run the app or inspect the code. Ask students to explain the observed result. Source: Module 1 Word tutorial.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Before tutorial Step 20: explain these concepts. Ask students to predict what the change will do. Then open Step 20 in the Word tutorial. Source: Module 1 Word tutorial. Related MAUI documentation: https://learn.microsoft.com/dotnet/maui/xaml/fundamentals/get-started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After tutorial Step 20: run the app or inspect the code. Ask students to explain the observed result. Source: Module 1 Word tutorial.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Before tutorial Step 21: explain these concepts. Ask students to predict what the change will do. Then open Step 21 in the Word tutorial. Source: Module 1 Word tutorial. Related MAUI documentation: https://learn.microsoft.com/dotnet/maui/xaml/fundamentals/get-started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After tutorial Step 21: run the app or inspect the code. Ask students to explain the observed result. Source: Module 1 Word tutorial.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the final tutorial checklist. Ask students to explain the module concept without reading code. Source: Module 1 Word tutorial.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Student reading: XAML basics and Shell. https://learn.microsoft.com/dotnet/maui/xaml/fundamentals/get-started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cc0ca50e0104982" /><Relationship Type="http://schemas.openxmlformats.org/officeDocument/2006/relationships/image" Target="/ppt/media/image.png" Id="Rf1df230df1144375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0300ed60fab4f23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f0fff3e94264ebb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e3f4d1d63a046b8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01da49cb4aa4893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0dd94f2eef84b30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3bb742f3e0941b7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1ebf7b168b045e4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12ac4ec4f17463b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a56945235ab41c1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29dc5da3b6c4a6b" /></Relationships>
</file>

<file path=ppt/slideLayouts/slideLayout1.xml><?xml version="1.0" encoding="utf-8"?>
<p:sldLayout xmlns:p="http://schemas.openxmlformats.org/presentationml/2006/main" type="title" preserve="1">
  <p:cSld name="Title Slide">
    <p:bg>
      <p:bgPr>
        <a:solidFill xmlns:a="http://schemas.openxmlformats.org/drawingml/2006/main">
          <a:schemeClr val="tx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!!Rectangle">
            <a:extLst xmlns:a="http://schemas.openxmlformats.org/drawingml/2006/main">
              <a:ext uri="{FF2B5EF4-FFF2-40B4-BE49-F238E27FC236}">
                <a16:creationId xmlns:a16="http://schemas.microsoft.com/office/drawing/2014/main" id="{A8337851-1C2F-255A-B02C-62D7A1CC27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tx1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 sz="1013"/>
          </a:p>
        </p:txBody>
      </p:sp>
      <p:pic>
        <p:nvPicPr>
          <p:cNvPr id="14" name="Picture 13">
            <a:extLst xmlns:a="http://schemas.openxmlformats.org/drawingml/2006/main">
              <a:ext uri="{FF2B5EF4-FFF2-40B4-BE49-F238E27FC236}">
                <a16:creationId xmlns:a16="http://schemas.microsoft.com/office/drawing/2014/main" id="{F8171F36-3ED3-470F-84D3-DA270308C59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1df230df1144375">
            <a:alphaModFix amt="40000"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471493" y="280600"/>
            <a:ext cx="7249014" cy="7178499"/>
          </a:xfrm>
          <a:prstGeom xmlns:a="http://schemas.openxmlformats.org/drawingml/2006/main" prst="rect">
            <a:avLst/>
          </a:prstGeom>
        </p:spPr>
      </p:pic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1B19A28E-E483-5B65-D3DF-993E4D1EF4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1120140" y="346791"/>
            <a:ext cx="146304" cy="704088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2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 sz="1013">
              <a:solidFill>
                <a:prstClr val="white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735CDC6E-08BA-8B17-B723-AEBCF89494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3241202"/>
            <a:ext cx="10506456" cy="18288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bg1"/>
          </a:solidFill>
          <a:ln xmlns:a="http://schemas.openxmlformats.org/drawingml/2006/main" w="3175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marL="0" marR="0" lvl="0" indent="0" algn="ctr" defTabSz="51435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sz="1013" b="0" i="0" u="none" strike="noStrike" kern="1200" cap="none" spc="0" baseline="0">
              <a:ln>
                <a:noFill/>
              </a:ln>
              <a:solidFill>
                <a:prstClr val="white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6CCE810-F9AB-4C09-A91D-EA3EC80F8486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912876" y="970226"/>
            <a:ext cx="10363200" cy="2149475"/>
          </a:xfrm>
        </p:spPr>
        <p:txBody>
          <a:bodyPr xmlns:a="http://schemas.openxmlformats.org/drawingml/2006/main" anchor="b">
            <a:normAutofit/>
          </a:bodyPr>
          <a:lstStyle xmlns:a="http://schemas.openxmlformats.org/drawingml/2006/main">
            <a:lvl1pPr algn="l">
              <a:buNone/>
              <a:defRPr sz="4000" b="1" kern="1200">
                <a:solidFill>
                  <a:schemeClr val="bg1"/>
                </a:solidFill>
                <a:latin typeface="Orbitron"/>
                <a:ea typeface="Orbitron"/>
                <a:cs typeface="Orbitron"/>
              </a:defRPr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DE728A48-BBDA-4282-9347-14FED54CD5C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912879" y="3396875"/>
            <a:ext cx="10363199" cy="2615182"/>
          </a:xfr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 marL="160735" indent="-160735" algn="l">
              <a:buFont typeface="Arial"/>
              <a:buChar char="•"/>
              <a:defRPr sz="2000" kern="1200">
                <a:solidFill>
                  <a:schemeClr val="bg1"/>
                </a:solidFill>
                <a:latin typeface="Montserrat"/>
                <a:ea typeface="Montserrat"/>
                <a:cs typeface="Montserrat"/>
              </a:defRPr>
            </a:lvl1pPr>
            <a:lvl2pPr marL="25717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51435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77152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28587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154305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180022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17804BDE-77D9-401D-AE72-5F5A3BFDA26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28BE76A-8D17-464E-8A0A-B72C3EB3C0DF}" type="datetimeFigureOut">
              <a:t>14-Feb-26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7646B640-A012-45CF-8120-F4BD123A0C3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2D1328B-A50E-4894-8CA6-F5FDAFC1806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4CE8ACD5-B1E0-4D51-B2B6-78FE6609EF9C}" type="slidenum">
              <a:t>‹#›</a:t>
            </a:fld>
            <a:endParaRPr/>
          </a:p>
        </p:txBody>
      </p:sp>
      <p:sp>
        <p:nvSpPr>
          <p:cNvPr id="25" name="Rectangle 24">
            <a:extLst xmlns:a="http://schemas.openxmlformats.org/drawingml/2006/main">
              <a:ext uri="{FF2B5EF4-FFF2-40B4-BE49-F238E27FC236}">
                <a16:creationId xmlns:a16="http://schemas.microsoft.com/office/drawing/2014/main" id="{61042D97-83DB-BE5F-E8CD-8D278F42A2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271" y="546847"/>
            <a:ext cx="1016000" cy="25846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tx1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 sz="1013"/>
          </a:p>
        </p:txBody>
      </p:sp>
    </p:spTree>
  </p:cSld>
</p:sldLayout>
</file>

<file path=ppt/slideLayouts/slideLayout2.xml><?xml version="1.0" encoding="utf-8"?>
<p:sldLayout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B471258F-4095-4468-B85C-B9BC9B4BEBB0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44AD184D-F6CC-45ED-9BFE-425D544DAD5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28BE76A-8D17-464E-8A0A-B72C3EB3C0DF}" type="datetimeFigureOut">
              <a:t>14-Feb-26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6D2083A-6F27-448F-8B69-EA278C533E0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2CDE78BB-ED1E-473C-8E12-D2D7E3781B4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630024" y="6356355"/>
            <a:ext cx="2211293" cy="3651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4CE8ACD5-B1E0-4D51-B2B6-78FE6609EF9C}" type="slidenum">
              <a:t>‹#›</a:t>
            </a:fld>
            <a:endParaRPr/>
          </a:p>
        </p:txBody>
      </p:sp>
      <p:sp>
        <p:nvSpPr>
          <p:cNvPr id="7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2DF4F548-EDEF-186D-6633-AF1ABC814BC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09600" y="274638"/>
            <a:ext cx="10972800" cy="1143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7582217-8FE9-4F57-B3F4-6B29B48DA18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963084" y="4406905"/>
            <a:ext cx="10363200" cy="1362075"/>
          </a:xfrm>
        </p:spPr>
        <p:txBody>
          <a:bodyPr xmlns:a="http://schemas.openxmlformats.org/drawingml/2006/main" anchor="t"/>
          <a:lstStyle xmlns:a="http://schemas.openxmlformats.org/drawingml/2006/main">
            <a:lvl1pPr algn="l">
              <a:buNone/>
              <a:defRPr sz="2250" b="1" cap="all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B9A08107-6C0A-4BE4-895F-436C6FB069A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963084" y="2906713"/>
            <a:ext cx="10363200" cy="1500187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1125">
                <a:solidFill>
                  <a:schemeClr val="tx1">
                    <a:tint val="75000"/>
                  </a:schemeClr>
                </a:solidFill>
              </a:defRPr>
            </a:lvl1pPr>
            <a:lvl2pPr marL="257175" indent="0">
              <a:buNone/>
              <a:defRPr sz="1013">
                <a:solidFill>
                  <a:schemeClr val="tx1">
                    <a:tint val="75000"/>
                  </a:schemeClr>
                </a:solidFill>
              </a:defRPr>
            </a:lvl2pPr>
            <a:lvl3pPr marL="514350" indent="0">
              <a:buNone/>
              <a:defRPr sz="900">
                <a:solidFill>
                  <a:schemeClr val="tx1">
                    <a:tint val="75000"/>
                  </a:schemeClr>
                </a:solidFill>
              </a:defRPr>
            </a:lvl3pPr>
            <a:lvl4pPr marL="771525" indent="0">
              <a:buNone/>
              <a:defRPr sz="788">
                <a:solidFill>
                  <a:schemeClr val="tx1">
                    <a:tint val="75000"/>
                  </a:schemeClr>
                </a:solidFill>
              </a:defRPr>
            </a:lvl4pPr>
            <a:lvl5pPr marL="1028700" indent="0">
              <a:buNone/>
              <a:defRPr sz="788">
                <a:solidFill>
                  <a:schemeClr val="tx1">
                    <a:tint val="75000"/>
                  </a:schemeClr>
                </a:solidFill>
              </a:defRPr>
            </a:lvl5pPr>
            <a:lvl6pPr marL="1285875" indent="0">
              <a:buNone/>
              <a:defRPr sz="788">
                <a:solidFill>
                  <a:schemeClr val="tx1">
                    <a:tint val="75000"/>
                  </a:schemeClr>
                </a:solidFill>
              </a:defRPr>
            </a:lvl6pPr>
            <a:lvl7pPr marL="1543050" indent="0">
              <a:buNone/>
              <a:defRPr sz="788">
                <a:solidFill>
                  <a:schemeClr val="tx1">
                    <a:tint val="75000"/>
                  </a:schemeClr>
                </a:solidFill>
              </a:defRPr>
            </a:lvl7pPr>
            <a:lvl8pPr marL="1800225" indent="0">
              <a:buNone/>
              <a:defRPr sz="788">
                <a:solidFill>
                  <a:schemeClr val="tx1">
                    <a:tint val="75000"/>
                  </a:schemeClr>
                </a:solidFill>
              </a:defRPr>
            </a:lvl8pPr>
            <a:lvl9pPr marL="2057400" indent="0">
              <a:buNone/>
              <a:defRPr sz="788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1AAE4122-ECAE-491C-882E-ACF84C2C79C9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28BE76A-8D17-464E-8A0A-B72C3EB3C0DF}" type="datetimeFigureOut">
              <a:t>14-Feb-26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70A139F2-2FF0-4159-AC9A-8DC48D7D03A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5D90D0A4-06A7-43C9-B23A-0F8C9875EF8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4CE8ACD5-B1E0-4D51-B2B6-78FE6609EF9C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BD44DC1-FD41-4D65-9287-C131A79A6CD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8052F005-5429-4BD7-B14F-A13B3D5EF280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609600" y="1600205"/>
            <a:ext cx="53848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1575"/>
            </a:lvl1pPr>
            <a:lvl2pPr>
              <a:buNone/>
              <a:defRPr sz="1350"/>
            </a:lvl2pPr>
            <a:lvl3pPr>
              <a:buNone/>
              <a:defRPr sz="1125"/>
            </a:lvl3pPr>
            <a:lvl4pPr>
              <a:buNone/>
              <a:defRPr sz="1013"/>
            </a:lvl4pPr>
            <a:lvl5pPr>
              <a:buNone/>
              <a:defRPr sz="1013"/>
            </a:lvl5pPr>
            <a:lvl6pPr>
              <a:buNone/>
              <a:defRPr sz="1013"/>
            </a:lvl6pPr>
            <a:lvl7pPr>
              <a:buNone/>
              <a:defRPr sz="1013"/>
            </a:lvl7pPr>
            <a:lvl8pPr>
              <a:buNone/>
              <a:defRPr sz="1013"/>
            </a:lvl8pPr>
            <a:lvl9pPr>
              <a:buNone/>
              <a:defRPr sz="1013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90B43189-7BF7-4648-9D23-4DDE0AF15C3E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197600" y="1600205"/>
            <a:ext cx="53848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1575"/>
            </a:lvl1pPr>
            <a:lvl2pPr>
              <a:buNone/>
              <a:defRPr sz="1350"/>
            </a:lvl2pPr>
            <a:lvl3pPr>
              <a:buNone/>
              <a:defRPr sz="1125"/>
            </a:lvl3pPr>
            <a:lvl4pPr>
              <a:buNone/>
              <a:defRPr sz="1013"/>
            </a:lvl4pPr>
            <a:lvl5pPr>
              <a:buNone/>
              <a:defRPr sz="1013"/>
            </a:lvl5pPr>
            <a:lvl6pPr>
              <a:buNone/>
              <a:defRPr sz="1013"/>
            </a:lvl6pPr>
            <a:lvl7pPr>
              <a:buNone/>
              <a:defRPr sz="1013"/>
            </a:lvl7pPr>
            <a:lvl8pPr>
              <a:buNone/>
              <a:defRPr sz="1013"/>
            </a:lvl8pPr>
            <a:lvl9pPr>
              <a:buNone/>
              <a:defRPr sz="1013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B2422092-61D7-449B-9D11-C8410E56CD4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28BE76A-8D17-464E-8A0A-B72C3EB3C0DF}" type="datetimeFigureOut">
              <a:t>14-Feb-26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B85208F1-1DAF-442E-8C78-D8F17862AD3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C3E0A92C-F9C9-4A8C-AED8-2040C4C237F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4CE8ACD5-B1E0-4D51-B2B6-78FE6609EF9C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4737AEF-8B9F-4451-934E-6A84BFB16B3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B95A4479-3AA9-4117-AA67-FEF14DC9923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09600" y="1535113"/>
            <a:ext cx="5386917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1350" b="1"/>
            </a:lvl1pPr>
            <a:lvl2pPr marL="257175" indent="0">
              <a:buNone/>
              <a:defRPr sz="1125" b="1"/>
            </a:lvl2pPr>
            <a:lvl3pPr marL="514350" indent="0">
              <a:buNone/>
              <a:defRPr sz="1013" b="1"/>
            </a:lvl3pPr>
            <a:lvl4pPr marL="771525" indent="0">
              <a:buNone/>
              <a:defRPr sz="900" b="1"/>
            </a:lvl4pPr>
            <a:lvl5pPr marL="1028700" indent="0">
              <a:buNone/>
              <a:defRPr sz="900" b="1"/>
            </a:lvl5pPr>
            <a:lvl6pPr marL="1285875" indent="0">
              <a:buNone/>
              <a:defRPr sz="900" b="1"/>
            </a:lvl6pPr>
            <a:lvl7pPr marL="1543050" indent="0">
              <a:buNone/>
              <a:defRPr sz="900" b="1"/>
            </a:lvl7pPr>
            <a:lvl8pPr marL="1800225" indent="0">
              <a:buNone/>
              <a:defRPr sz="900" b="1"/>
            </a:lvl8pPr>
            <a:lvl9pPr marL="2057400" indent="0">
              <a:buNone/>
              <a:defRPr sz="9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C1F8C82A-2FD5-4220-8263-5347E5CBB79B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09600" y="2174875"/>
            <a:ext cx="5386917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1350"/>
            </a:lvl1pPr>
            <a:lvl2pPr>
              <a:buNone/>
              <a:defRPr sz="1125"/>
            </a:lvl2pPr>
            <a:lvl3pPr>
              <a:buNone/>
              <a:defRPr sz="1013"/>
            </a:lvl3pPr>
            <a:lvl4pPr>
              <a:buNone/>
              <a:defRPr sz="900"/>
            </a:lvl4pPr>
            <a:lvl5pPr>
              <a:buNone/>
              <a:defRPr sz="900"/>
            </a:lvl5pPr>
            <a:lvl6pPr>
              <a:buNone/>
              <a:defRPr sz="900"/>
            </a:lvl6pPr>
            <a:lvl7pPr>
              <a:buNone/>
              <a:defRPr sz="900"/>
            </a:lvl7pPr>
            <a:lvl8pPr>
              <a:buNone/>
              <a:defRPr sz="900"/>
            </a:lvl8pPr>
            <a:lvl9pPr>
              <a:buNone/>
              <a:defRPr sz="9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089BD9E3-BBDA-420D-8131-61E264ABD8C3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93370" y="1535113"/>
            <a:ext cx="5389033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1350" b="1"/>
            </a:lvl1pPr>
            <a:lvl2pPr marL="257175" indent="0">
              <a:buNone/>
              <a:defRPr sz="1125" b="1"/>
            </a:lvl2pPr>
            <a:lvl3pPr marL="514350" indent="0">
              <a:buNone/>
              <a:defRPr sz="1013" b="1"/>
            </a:lvl3pPr>
            <a:lvl4pPr marL="771525" indent="0">
              <a:buNone/>
              <a:defRPr sz="900" b="1"/>
            </a:lvl4pPr>
            <a:lvl5pPr marL="1028700" indent="0">
              <a:buNone/>
              <a:defRPr sz="900" b="1"/>
            </a:lvl5pPr>
            <a:lvl6pPr marL="1285875" indent="0">
              <a:buNone/>
              <a:defRPr sz="900" b="1"/>
            </a:lvl6pPr>
            <a:lvl7pPr marL="1543050" indent="0">
              <a:buNone/>
              <a:defRPr sz="900" b="1"/>
            </a:lvl7pPr>
            <a:lvl8pPr marL="1800225" indent="0">
              <a:buNone/>
              <a:defRPr sz="900" b="1"/>
            </a:lvl8pPr>
            <a:lvl9pPr marL="2057400" indent="0">
              <a:buNone/>
              <a:defRPr sz="9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8ED47CF3-FAB2-40A7-AB12-90F97A3518ED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6193370" y="2174875"/>
            <a:ext cx="5389033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1350"/>
            </a:lvl1pPr>
            <a:lvl2pPr>
              <a:buNone/>
              <a:defRPr sz="1125"/>
            </a:lvl2pPr>
            <a:lvl3pPr>
              <a:buNone/>
              <a:defRPr sz="1013"/>
            </a:lvl3pPr>
            <a:lvl4pPr>
              <a:buNone/>
              <a:defRPr sz="900"/>
            </a:lvl4pPr>
            <a:lvl5pPr>
              <a:buNone/>
              <a:defRPr sz="900"/>
            </a:lvl5pPr>
            <a:lvl6pPr>
              <a:buNone/>
              <a:defRPr sz="900"/>
            </a:lvl6pPr>
            <a:lvl7pPr>
              <a:buNone/>
              <a:defRPr sz="900"/>
            </a:lvl7pPr>
            <a:lvl8pPr>
              <a:buNone/>
              <a:defRPr sz="900"/>
            </a:lvl8pPr>
            <a:lvl9pPr>
              <a:buNone/>
              <a:defRPr sz="9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6BD3309D-AAFA-4075-ADCA-61FB3D509872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28BE76A-8D17-464E-8A0A-B72C3EB3C0DF}" type="datetimeFigureOut">
              <a:t>14-Feb-26</a:t>
            </a:fld>
            <a:endParaRPr/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5F279AE4-0C1D-4F73-A0BA-8063CD3A10A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FFEE8BD9-E83C-4163-9177-5CCF3A1F520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4CE8ACD5-B1E0-4D51-B2B6-78FE6609EF9C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5A2EFFB8-9538-4C7D-81A5-2E34FF304CF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E7976C85-A479-49A3-AD2A-5B453187628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28BE76A-8D17-464E-8A0A-B72C3EB3C0DF}" type="datetimeFigureOut">
              <a:t>14-Feb-26</a:t>
            </a:fld>
            <a:endParaRPr/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77ECE45B-BDCD-42BC-8275-9F02021F3A7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0A4812D-F7EA-4463-B5B7-5179A030948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4CE8ACD5-B1E0-4D51-B2B6-78FE6609EF9C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B6F4983C-44BB-4B24-91A0-D42C3577B7C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28BE76A-8D17-464E-8A0A-B72C3EB3C0DF}" type="datetimeFigureOut">
              <a:t>14-Feb-26</a:t>
            </a:fld>
            <a:endParaRPr/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A81C38A5-1EA3-4359-BEED-315EB27E4462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CA47C830-9731-4A2C-A000-77E8EE8233F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4CE8ACD5-B1E0-4D51-B2B6-78FE6609EF9C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B2A2242F-AE23-40AA-8980-4BFE8E6035D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09603" y="273050"/>
            <a:ext cx="4011084" cy="1162050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1125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C62042CD-1CE9-4883-86C3-1EF6B2CEAA24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4766733" y="273055"/>
            <a:ext cx="6815667" cy="585311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1800"/>
            </a:lvl1pPr>
            <a:lvl2pPr>
              <a:buNone/>
              <a:defRPr sz="1575"/>
            </a:lvl2pPr>
            <a:lvl3pPr>
              <a:buNone/>
              <a:defRPr sz="1350"/>
            </a:lvl3pPr>
            <a:lvl4pPr>
              <a:buNone/>
              <a:defRPr sz="1125"/>
            </a:lvl4pPr>
            <a:lvl5pPr>
              <a:buNone/>
              <a:defRPr sz="1125"/>
            </a:lvl5pPr>
            <a:lvl6pPr>
              <a:buNone/>
              <a:defRPr sz="1125"/>
            </a:lvl6pPr>
            <a:lvl7pPr>
              <a:buNone/>
              <a:defRPr sz="1125"/>
            </a:lvl7pPr>
            <a:lvl8pPr>
              <a:buNone/>
              <a:defRPr sz="1125"/>
            </a:lvl8pPr>
            <a:lvl9pPr>
              <a:buNone/>
              <a:defRPr sz="1125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FC78F349-710E-414D-9001-14D7C43FAD6C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09603" y="1435103"/>
            <a:ext cx="4011084" cy="4691063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788"/>
            </a:lvl1pPr>
            <a:lvl2pPr marL="257175" indent="0">
              <a:buNone/>
              <a:defRPr sz="675"/>
            </a:lvl2pPr>
            <a:lvl3pPr marL="514350" indent="0">
              <a:buNone/>
              <a:defRPr sz="563"/>
            </a:lvl3pPr>
            <a:lvl4pPr marL="771525" indent="0">
              <a:buNone/>
              <a:defRPr sz="506"/>
            </a:lvl4pPr>
            <a:lvl5pPr marL="1028700" indent="0">
              <a:buNone/>
              <a:defRPr sz="506"/>
            </a:lvl5pPr>
            <a:lvl6pPr marL="1285875" indent="0">
              <a:buNone/>
              <a:defRPr sz="506"/>
            </a:lvl6pPr>
            <a:lvl7pPr marL="1543050" indent="0">
              <a:buNone/>
              <a:defRPr sz="506"/>
            </a:lvl7pPr>
            <a:lvl8pPr marL="1800225" indent="0">
              <a:buNone/>
              <a:defRPr sz="506"/>
            </a:lvl8pPr>
            <a:lvl9pPr marL="2057400" indent="0">
              <a:buNone/>
              <a:defRPr sz="506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95C5B10C-6B35-42F7-B5CC-6AF9D71F1C13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28BE76A-8D17-464E-8A0A-B72C3EB3C0DF}" type="datetimeFigureOut">
              <a:t>14-Feb-26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38F71EE6-05BE-44D3-AD05-247CDAF29B7C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96245B22-9814-4B4B-A85C-5954DB2E534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4CE8ACD5-B1E0-4D51-B2B6-78FE6609EF9C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CEC6145C-0E2A-4BE5-BCD8-0ADA95CD118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389717" y="4800600"/>
            <a:ext cx="7315200" cy="566738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1125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7EC48C25-2FE0-487B-BDBA-0C606A1A878F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2389717" y="612775"/>
            <a:ext cx="7315200" cy="4114800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800"/>
            </a:lvl1pPr>
            <a:lvl2pPr marL="257175" indent="0">
              <a:buNone/>
              <a:defRPr sz="1575"/>
            </a:lvl2pPr>
            <a:lvl3pPr marL="514350" indent="0">
              <a:buNone/>
              <a:defRPr sz="1350"/>
            </a:lvl3pPr>
            <a:lvl4pPr marL="771525" indent="0">
              <a:buNone/>
              <a:defRPr sz="1125"/>
            </a:lvl4pPr>
            <a:lvl5pPr marL="1028700" indent="0">
              <a:buNone/>
              <a:defRPr sz="1125"/>
            </a:lvl5pPr>
            <a:lvl6pPr marL="1285875" indent="0">
              <a:buNone/>
              <a:defRPr sz="1125"/>
            </a:lvl6pPr>
            <a:lvl7pPr marL="1543050" indent="0">
              <a:buNone/>
              <a:defRPr sz="1125"/>
            </a:lvl7pPr>
            <a:lvl8pPr marL="1800225" indent="0">
              <a:buNone/>
              <a:defRPr sz="1125"/>
            </a:lvl8pPr>
            <a:lvl9pPr marL="2057400" indent="0">
              <a:buNone/>
              <a:defRPr sz="1125"/>
            </a:lvl9pPr>
          </a:lstStyle>
          <a:p xmlns:a="http://schemas.openxmlformats.org/drawingml/2006/main">
            <a:r>
              <a:t>Click icon to add picture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56B40923-3E8F-461F-80AF-84E5D4455592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2389717" y="5367338"/>
            <a:ext cx="7315200" cy="804862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788"/>
            </a:lvl1pPr>
            <a:lvl2pPr marL="257175" indent="0">
              <a:buNone/>
              <a:defRPr sz="675"/>
            </a:lvl2pPr>
            <a:lvl3pPr marL="514350" indent="0">
              <a:buNone/>
              <a:defRPr sz="563"/>
            </a:lvl3pPr>
            <a:lvl4pPr marL="771525" indent="0">
              <a:buNone/>
              <a:defRPr sz="506"/>
            </a:lvl4pPr>
            <a:lvl5pPr marL="1028700" indent="0">
              <a:buNone/>
              <a:defRPr sz="506"/>
            </a:lvl5pPr>
            <a:lvl6pPr marL="1285875" indent="0">
              <a:buNone/>
              <a:defRPr sz="506"/>
            </a:lvl6pPr>
            <a:lvl7pPr marL="1543050" indent="0">
              <a:buNone/>
              <a:defRPr sz="506"/>
            </a:lvl7pPr>
            <a:lvl8pPr marL="1800225" indent="0">
              <a:buNone/>
              <a:defRPr sz="506"/>
            </a:lvl8pPr>
            <a:lvl9pPr marL="2057400" indent="0">
              <a:buNone/>
              <a:defRPr sz="506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21ECD8E2-65A6-4300-B82D-D93B95A4560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28BE76A-8D17-464E-8A0A-B72C3EB3C0DF}" type="datetimeFigureOut">
              <a:t>14-Feb-26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AABC6BAE-C32E-4FD4-BF41-57D540430C8C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603616F6-6EA1-4AFF-9AAD-B9C7854303E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4CE8ACD5-B1E0-4D51-B2B6-78FE6609EF9C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3182EA9-975D-458A-913F-C3D68EDA4AB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B13E4388-7883-4CE2-A5EF-6CD1D0F0CB0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89671127-9D6F-41D1-9EBB-5F66AB36D07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28BE76A-8D17-464E-8A0A-B72C3EB3C0DF}" type="datetimeFigureOut">
              <a:t>14-Feb-26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63C14623-E1B5-4BC3-A069-36B7E13D420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CCB12F2-3F3D-41E9-9127-3B9051F45C3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4CE8ACD5-B1E0-4D51-B2B6-78FE6609EF9C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D3729C6C-4F42-4E8F-89A3-30F534E2CDD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839200" y="274643"/>
            <a:ext cx="27432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5568AD41-404D-4C23-A1CC-8775F0E4495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09600" y="274643"/>
            <a:ext cx="80264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8B45F0FA-FEAB-427B-92FC-A68623745E52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28BE76A-8D17-464E-8A0A-B72C3EB3C0DF}" type="datetimeFigureOut">
              <a:t>14-Feb-26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B9A0A7D1-0556-40D1-8E38-E103BC65772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5B019DF6-C0EA-4967-A8A0-4353783D3CE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4CE8ACD5-B1E0-4D51-B2B6-78FE6609EF9C}" type="slidenum">
              <a:t>‹#›</a:t>
            </a:fld>
            <a:endParaRPr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image" Target="/ppt/media/image.png" Id="R50a5f7c4c4254569" /><Relationship Type="http://schemas.openxmlformats.org/officeDocument/2006/relationships/theme" Target="/ppt/slideMasters/theme/theme2.xml" Id="R56516f6514d1473d" /><Relationship Type="http://schemas.openxmlformats.org/officeDocument/2006/relationships/slideLayout" Target="/ppt/slideLayouts/slideLayout1.xml" Id="Rb17ca1bd9c9d4e25" /><Relationship Type="http://schemas.openxmlformats.org/officeDocument/2006/relationships/slideLayout" Target="/ppt/slideLayouts/slideLayout2.xml" Id="Ra7429f620c0f46e8" /><Relationship Type="http://schemas.openxmlformats.org/officeDocument/2006/relationships/slideLayout" Target="/ppt/slideLayouts/slideLayout3.xml" Id="R574665c149644bf8" /><Relationship Type="http://schemas.openxmlformats.org/officeDocument/2006/relationships/slideLayout" Target="/ppt/slideLayouts/slideLayout4.xml" Id="R84e62f67a99a4e99" /><Relationship Type="http://schemas.openxmlformats.org/officeDocument/2006/relationships/slideLayout" Target="/ppt/slideLayouts/slideLayout5.xml" Id="Rf1f2ac2e98df4742" /><Relationship Type="http://schemas.openxmlformats.org/officeDocument/2006/relationships/slideLayout" Target="/ppt/slideLayouts/slideLayout6.xml" Id="R67e6b0702be54e09" /><Relationship Type="http://schemas.openxmlformats.org/officeDocument/2006/relationships/slideLayout" Target="/ppt/slideLayouts/slideLayout7.xml" Id="R022f6e63166b407a" /><Relationship Type="http://schemas.openxmlformats.org/officeDocument/2006/relationships/slideLayout" Target="/ppt/slideLayouts/slideLayout8.xml" Id="R9ab5474404c24274" /><Relationship Type="http://schemas.openxmlformats.org/officeDocument/2006/relationships/slideLayout" Target="/ppt/slideLayouts/slideLayout9.xml" Id="R6e71c8a0e54b4494" /><Relationship Type="http://schemas.openxmlformats.org/officeDocument/2006/relationships/slideLayout" Target="/ppt/slideLayouts/slideLayout10.xml" Id="R45b10c6097ac4ad9" /><Relationship Type="http://schemas.openxmlformats.org/officeDocument/2006/relationships/slideLayout" Target="/ppt/slideLayouts/slideLayout11.xml" Id="R005d1a9d585d4cc4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1FC23F82-8880-4B28-B3DB-E5CDFDE7F00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09600" y="274638"/>
            <a:ext cx="10972800" cy="1143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9C747055-97B1-48CB-B0D5-861C14FC171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09600" y="1600205"/>
            <a:ext cx="10972800" cy="45259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E544723A-E22B-4054-A602-99B45B1E7E4D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609600" y="6356355"/>
            <a:ext cx="284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675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828BE76A-8D17-464E-8A0A-B72C3EB3C0DF}" type="datetimeFigureOut">
              <a:t>14-Feb-26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D9ABCD69-8908-4AA7-B40B-BD3071FBC8CD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4165600" y="6356355"/>
            <a:ext cx="3860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675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6A9E303-8A90-4CBB-839C-6D46D4E39C2B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8737600" y="6356355"/>
            <a:ext cx="284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675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4CE8ACD5-B1E0-4D51-B2B6-78FE6609EF9C}" type="slidenum">
              <a:t>‹#›</a:t>
            </a:fld>
            <a:endParaRPr/>
          </a:p>
        </p:txBody>
      </p:sp>
      <p:pic>
        <p:nvPicPr>
          <p:cNvPr id="11" name="Picture 10">
            <a:extLst xmlns:a="http://schemas.openxmlformats.org/drawingml/2006/main">
              <a:ext uri="{FF2B5EF4-FFF2-40B4-BE49-F238E27FC236}">
                <a16:creationId xmlns:a16="http://schemas.microsoft.com/office/drawing/2014/main" id="{8CE071C9-AF47-49EE-9E51-C98C79C3071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0a5f7c4c425456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1112386" y="5899161"/>
            <a:ext cx="1590269" cy="1574800"/>
          </a:xfrm>
          <a:prstGeom xmlns:a="http://schemas.openxmlformats.org/drawingml/2006/main"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17ca1bd9c9d4e25"/>
    <p:sldLayoutId xmlns:r="http://schemas.openxmlformats.org/officeDocument/2006/relationships" id="2147483650" r:id="Ra7429f620c0f46e8"/>
    <p:sldLayoutId xmlns:r="http://schemas.openxmlformats.org/officeDocument/2006/relationships" id="2147483651" r:id="R574665c149644bf8"/>
    <p:sldLayoutId xmlns:r="http://schemas.openxmlformats.org/officeDocument/2006/relationships" id="2147483652" r:id="R84e62f67a99a4e99"/>
    <p:sldLayoutId xmlns:r="http://schemas.openxmlformats.org/officeDocument/2006/relationships" id="2147483653" r:id="Rf1f2ac2e98df4742"/>
    <p:sldLayoutId xmlns:r="http://schemas.openxmlformats.org/officeDocument/2006/relationships" id="2147483654" r:id="R67e6b0702be54e09"/>
    <p:sldLayoutId xmlns:r="http://schemas.openxmlformats.org/officeDocument/2006/relationships" id="2147483655" r:id="R022f6e63166b407a"/>
    <p:sldLayoutId xmlns:r="http://schemas.openxmlformats.org/officeDocument/2006/relationships" id="2147483656" r:id="R9ab5474404c24274"/>
    <p:sldLayoutId xmlns:r="http://schemas.openxmlformats.org/officeDocument/2006/relationships" id="2147483657" r:id="R6e71c8a0e54b4494"/>
    <p:sldLayoutId xmlns:r="http://schemas.openxmlformats.org/officeDocument/2006/relationships" id="2147483658" r:id="R45b10c6097ac4ad9"/>
    <p:sldLayoutId xmlns:r="http://schemas.openxmlformats.org/officeDocument/2006/relationships" id="2147483659" r:id="R005d1a9d585d4cc4"/>
  </p:sldLayoutIdLst>
  <p:txStyles>
    <p:titleStyle>
      <a:lvl1pPr xmlns:a="http://schemas.openxmlformats.org/drawingml/2006/main" algn="ctr" defTabSz="257175">
        <a:spcBef>
          <a:spcPct val="0"/>
        </a:spcBef>
        <a:buNone/>
        <a:defRPr sz="4000" kern="1200">
          <a:solidFill>
            <a:srgbClr val="C19B57"/>
          </a:solidFill>
          <a:latin typeface="Orbitron"/>
          <a:ea typeface="Orbitron"/>
          <a:cs typeface="Orbitron"/>
        </a:defRPr>
      </a:lvl1pPr>
    </p:titleStyle>
    <p:bodyStyle>
      <a:lvl1pPr xmlns:a="http://schemas.openxmlformats.org/drawingml/2006/main" marL="192881" indent="-192881" algn="l" defTabSz="257175">
        <a:spcBef>
          <a:spcPct val="20000"/>
        </a:spcBef>
        <a:buFont typeface="Arial"/>
        <a:buChar char="•"/>
        <a:defRPr sz="2800" kern="1200">
          <a:solidFill>
            <a:schemeClr val="tx1"/>
          </a:solidFill>
          <a:latin typeface="Source Sans 3"/>
          <a:ea typeface="Source Sans 3"/>
          <a:cs typeface="Source Sans 3"/>
        </a:defRPr>
      </a:lvl1pPr>
      <a:lvl2pPr xmlns:a="http://schemas.openxmlformats.org/drawingml/2006/main" marL="417910" indent="-160735" algn="l" defTabSz="257175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Source Sans 3"/>
          <a:ea typeface="Source Sans 3"/>
          <a:cs typeface="Source Sans 3"/>
        </a:defRPr>
      </a:lvl2pPr>
      <a:lvl3pPr xmlns:a="http://schemas.openxmlformats.org/drawingml/2006/main" marL="642938" indent="-128588" algn="l" defTabSz="257175">
        <a:spcBef>
          <a:spcPct val="20000"/>
        </a:spcBef>
        <a:buFont typeface="Arial"/>
        <a:buChar char="•"/>
        <a:defRPr sz="1800" kern="1200">
          <a:solidFill>
            <a:schemeClr val="tx1"/>
          </a:solidFill>
          <a:latin typeface="Source Sans 3"/>
          <a:ea typeface="Source Sans 3"/>
          <a:cs typeface="Source Sans 3"/>
        </a:defRPr>
      </a:lvl3pPr>
      <a:lvl4pPr xmlns:a="http://schemas.openxmlformats.org/drawingml/2006/main" marL="900113" indent="-128588" algn="l" defTabSz="257175">
        <a:spcBef>
          <a:spcPct val="20000"/>
        </a:spcBef>
        <a:buFont typeface="Arial"/>
        <a:buChar char="–"/>
        <a:defRPr sz="1600" kern="1200">
          <a:solidFill>
            <a:schemeClr val="tx1"/>
          </a:solidFill>
          <a:latin typeface="Source Sans 3"/>
          <a:ea typeface="Source Sans 3"/>
          <a:cs typeface="Source Sans 3"/>
        </a:defRPr>
      </a:lvl4pPr>
      <a:lvl5pPr xmlns:a="http://schemas.openxmlformats.org/drawingml/2006/main" marL="1157288" indent="-128588" algn="l" defTabSz="257175">
        <a:spcBef>
          <a:spcPct val="20000"/>
        </a:spcBef>
        <a:buFont typeface="Arial"/>
        <a:buChar char="»"/>
        <a:defRPr sz="1600" kern="1200">
          <a:solidFill>
            <a:schemeClr val="tx1"/>
          </a:solidFill>
          <a:latin typeface="Source Sans 3"/>
          <a:ea typeface="Source Sans 3"/>
          <a:cs typeface="Source Sans 3"/>
        </a:defRPr>
      </a:lvl5pPr>
      <a:lvl6pPr xmlns:a="http://schemas.openxmlformats.org/drawingml/2006/main" marL="1414463" indent="-128588" algn="l" defTabSz="257175">
        <a:spcBef>
          <a:spcPct val="20000"/>
        </a:spcBef>
        <a:buFont typeface="Arial"/>
        <a:buChar char="•"/>
        <a:defRPr sz="1125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1671638" indent="-128588" algn="l" defTabSz="257175">
        <a:spcBef>
          <a:spcPct val="20000"/>
        </a:spcBef>
        <a:buFont typeface="Arial"/>
        <a:buChar char="•"/>
        <a:defRPr sz="1125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1928813" indent="-128588" algn="l" defTabSz="257175">
        <a:spcBef>
          <a:spcPct val="20000"/>
        </a:spcBef>
        <a:buFont typeface="Arial"/>
        <a:buChar char="•"/>
        <a:defRPr sz="1125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2185988" indent="-128588" algn="l" defTabSz="257175">
        <a:spcBef>
          <a:spcPct val="20000"/>
        </a:spcBef>
        <a:buFont typeface="Arial"/>
        <a:buChar char="•"/>
        <a:defRPr sz="1125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257175">
        <a:buNone/>
        <a:defRPr sz="1013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257175" algn="l" defTabSz="257175">
        <a:buNone/>
        <a:defRPr sz="1013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514350" algn="l" defTabSz="257175">
        <a:buNone/>
        <a:defRPr sz="1013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771525" algn="l" defTabSz="257175">
        <a:buNone/>
        <a:defRPr sz="1013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028700" algn="l" defTabSz="257175">
        <a:buNone/>
        <a:defRPr sz="1013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1285875" algn="l" defTabSz="257175">
        <a:buNone/>
        <a:defRPr sz="1013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1543050" algn="l" defTabSz="257175">
        <a:buNone/>
        <a:defRPr sz="1013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1800225" algn="l" defTabSz="257175">
        <a:buNone/>
        <a:defRPr sz="1013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2057400" algn="l" defTabSz="257175">
        <a:buNone/>
        <a:defRPr sz="1013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EMMW Tech Bronze Theme Widescree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01b9b26e99a458e" /><Relationship Type="http://schemas.openxmlformats.org/officeDocument/2006/relationships/notesSlide" Target="/ppt/notesSlides/notesSlide1.xml" Id="R0d29e3a9450f46d9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4d4df092a6c4b5b" /><Relationship Type="http://schemas.openxmlformats.org/officeDocument/2006/relationships/notesSlide" Target="/ppt/notesSlides/notesSlide2.xml" Id="R8e1fdf72fcb240b7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b17297642f64570" /><Relationship Type="http://schemas.openxmlformats.org/officeDocument/2006/relationships/image" Target="/ppt/media/image.jpeg" Id="R43e71ba7b12f4a12" /><Relationship Type="http://schemas.openxmlformats.org/officeDocument/2006/relationships/notesSlide" Target="/ppt/notesSlides/notesSlide3.xml" Id="R6c54e552460b4149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679d0821d284c90" /><Relationship Type="http://schemas.openxmlformats.org/officeDocument/2006/relationships/notesSlide" Target="/ppt/notesSlides/notesSlide4.xml" Id="R74745b7208c34543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4ef93575442406e" /><Relationship Type="http://schemas.openxmlformats.org/officeDocument/2006/relationships/notesSlide" Target="/ppt/notesSlides/notesSlide5.xml" Id="Re595bb935a944100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53b932603904cc1" /><Relationship Type="http://schemas.openxmlformats.org/officeDocument/2006/relationships/image" Target="/ppt/media/image2.png" Id="R7b2ce80b98be4634" /><Relationship Type="http://schemas.openxmlformats.org/officeDocument/2006/relationships/notesSlide" Target="/ppt/notesSlides/notesSlide6.xml" Id="Rebeca2246fea4ebe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17cb709d41f4d67" /><Relationship Type="http://schemas.openxmlformats.org/officeDocument/2006/relationships/notesSlide" Target="/ppt/notesSlides/notesSlide7.xml" Id="R4a6ffc64c1b54993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dd78a5b98d14ce2" /><Relationship Type="http://schemas.openxmlformats.org/officeDocument/2006/relationships/image" Target="/ppt/media/image2.jpeg" Id="R081c3825b1174807" /><Relationship Type="http://schemas.openxmlformats.org/officeDocument/2006/relationships/notesSlide" Target="/ppt/notesSlides/notesSlide8.xml" Id="R8f0d67a7e22b4a23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3f480ef0c5845bd" /><Relationship Type="http://schemas.openxmlformats.org/officeDocument/2006/relationships/notesSlide" Target="/ppt/notesSlides/notesSlide9.xml" Id="R6581b94637f84462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373016bff1c4bee" /><Relationship Type="http://schemas.openxmlformats.org/officeDocument/2006/relationships/image" Target="/ppt/media/image3.png" Id="Rc1c5460d40e841e4" /><Relationship Type="http://schemas.openxmlformats.org/officeDocument/2006/relationships/notesSlide" Target="/ppt/notesSlides/notesSlide10.xml" Id="Rcad5c64e82484562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25694a6d3bb410b" /><Relationship Type="http://schemas.openxmlformats.org/officeDocument/2006/relationships/notesSlide" Target="/ppt/notesSlides/notesSlide11.xml" Id="Rcbe0b4a97dc545e7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9fa2265108b4ac5" /><Relationship Type="http://schemas.openxmlformats.org/officeDocument/2006/relationships/image" Target="/ppt/media/image3.jpeg" Id="Ra3503b9bd8d84a08" /><Relationship Type="http://schemas.openxmlformats.org/officeDocument/2006/relationships/notesSlide" Target="/ppt/notesSlides/notesSlide12.xml" Id="R6456051bb08b48cb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fbdd4eb0b4d4890" /><Relationship Type="http://schemas.openxmlformats.org/officeDocument/2006/relationships/notesSlide" Target="/ppt/notesSlides/notesSlide13.xml" Id="R79c7755aa33e4e13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c713058efe740ae" /><Relationship Type="http://schemas.openxmlformats.org/officeDocument/2006/relationships/image" Target="/ppt/media/image4.jpeg" Id="R2e1da2541da44594" /><Relationship Type="http://schemas.openxmlformats.org/officeDocument/2006/relationships/notesSlide" Target="/ppt/notesSlides/notesSlide14.xml" Id="Rbef0797ff2cf44e3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f1003f03d804fd9" /><Relationship Type="http://schemas.openxmlformats.org/officeDocument/2006/relationships/notesSlide" Target="/ppt/notesSlides/notesSlide15.xml" Id="Ra763bdab3b2a4b57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3b643f86eb44e53" /><Relationship Type="http://schemas.openxmlformats.org/officeDocument/2006/relationships/image" Target="/ppt/media/image5.jpeg" Id="Re8726e461aac4dbd" /><Relationship Type="http://schemas.openxmlformats.org/officeDocument/2006/relationships/notesSlide" Target="/ppt/notesSlides/notesSlide16.xml" Id="R9f09aefea8b84d79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574637db4154fdb" /><Relationship Type="http://schemas.openxmlformats.org/officeDocument/2006/relationships/notesSlide" Target="/ppt/notesSlides/notesSlide17.xml" Id="R0814d2a885a34f8d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97b0e4c835f4675" /><Relationship Type="http://schemas.openxmlformats.org/officeDocument/2006/relationships/notesSlide" Target="/ppt/notesSlides/notesSlide18.xml" Id="R58b197d0530d497e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 3">
            <a:extLst xmlns:a="http://schemas.openxmlformats.org/drawingml/2006/main">
              <a:ext uri="{FF2B5EF4-FFF2-40B4-BE49-F238E27FC236}">
                <a16:creationId xmlns:a16="http://schemas.microsoft.com/office/drawing/2014/main" id="{545A441A-7637-3DF3-0B4A-831210D63481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Module 1 Build the IoT Estimator</a:t>
            </a:r>
            <a:endParaRPr/>
          </a:p>
        </p:txBody>
      </p:sp>
      <p:sp>
        <p:nvSpPr>
          <p:cNvPr id="5" name="Subtitle 4">
            <a:extLst xmlns:a="http://schemas.openxmlformats.org/drawingml/2006/main">
              <a:ext uri="{FF2B5EF4-FFF2-40B4-BE49-F238E27FC236}">
                <a16:creationId xmlns:a16="http://schemas.microsoft.com/office/drawing/2014/main" id="{4ACC02DA-BF9B-57F9-BEC0-E5AE4CC39ED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IoT Project Cost Estimator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3407540027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B471258F-4095-4468-B85C-B9BC9B4BEBB0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Change the MAUI template for the estimator.</a:t>
            </a:r>
          </a:p>
          <a:p xmlns:a="http://schemas.openxmlformats.org/drawingml/2006/main">
            <a:pPr lvl="0">
              <a:buNone/>
            </a:pPr>
            <a:r>
              <a:t>Add a model and an item editor page.</a:t>
            </a:r>
          </a:p>
          <a:p xmlns:a="http://schemas.openxmlformats.org/drawingml/2006/main">
            <a:pPr lvl="0">
              <a:buNone/>
            </a:pPr>
            <a:r>
              <a:t>Validate text and numbers before calculation.</a:t>
            </a:r>
          </a:p>
        </p:txBody>
      </p:sp>
      <p:sp>
        <p:nvSpPr>
          <p:cNvPr id="3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2DF4F548-EDEF-186D-6633-AF1ABC814BC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What you will build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1535408923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B471258F-4095-4468-B85C-B9BC9B4BEBB0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A ContentPage describes one screen in XAML.</a:t>
            </a:r>
          </a:p>
          <a:p xmlns:a="http://schemas.openxmlformats.org/drawingml/2006/main">
            <a:pPr lvl="0">
              <a:buNone/>
            </a:pPr>
            <a:r>
              <a:t>Its C# file responds to events and uses C# objects.</a:t>
            </a:r>
          </a:p>
          <a:p xmlns:a="http://schemas.openxmlformats.org/drawingml/2006/main">
            <a:pPr lvl="0">
              <a:buNone/>
            </a:pPr>
            <a:r>
              <a:t>AppShell gives the screens a navigation structure.</a:t>
            </a:r>
          </a:p>
        </p:txBody>
      </p:sp>
      <p:sp>
        <p:nvSpPr>
          <p:cNvPr id="3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2DF4F548-EDEF-186D-6633-AF1ABC814BC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How a MAUI app fits together</a:t>
            </a:r>
            <a:endParaRPr/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7AEE6F3-0EFB-4A68-ADBC-1A0EF7720EE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3e71ba7b12f4a12"/>
          <a:stretch xmlns:a="http://schemas.openxmlformats.org/drawingml/2006/main"/>
        </p:blipFill>
        <p:spPr>
          <a:xfrm xmlns:a="http://schemas.openxmlformats.org/drawingml/2006/main">
            <a:off x="3133823" y="3190875"/>
            <a:ext cx="5924355" cy="304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2335417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B471258F-4095-4468-B85C-B9BC9B4BEBB0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Your C# model has no user interface code.</a:t>
            </a:r>
          </a:p>
          <a:p xmlns:a="http://schemas.openxmlformats.org/drawingml/2006/main">
            <a:pPr lvl="0">
              <a:buNone/>
            </a:pPr>
            <a:r>
              <a:t>XAML chooses controls and layout for that data.</a:t>
            </a:r>
          </a:p>
          <a:p xmlns:a="http://schemas.openxmlformats.org/drawingml/2006/main">
            <a:pPr lvl="0">
              <a:buNone/>
            </a:pPr>
            <a:r>
              <a:t>The page connects a user action to the model.</a:t>
            </a:r>
          </a:p>
        </p:txBody>
      </p:sp>
      <p:sp>
        <p:nvSpPr>
          <p:cNvPr id="3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2DF4F548-EDEF-186D-6633-AF1ABC814BC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From C# to the screen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1114140307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B471258F-4095-4468-B85C-B9BC9B4BEBB0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XAML defines the visible page.</a:t>
            </a:r>
          </a:p>
          <a:p xmlns:a="http://schemas.openxmlformats.org/drawingml/2006/main">
            <a:pPr lvl="0">
              <a:buNone/>
            </a:pPr>
            <a:r>
              <a:t>C# code handles page behavior.</a:t>
            </a:r>
          </a:p>
          <a:p xmlns:a="http://schemas.openxmlformats.org/drawingml/2006/main">
            <a:pPr lvl="0">
              <a:buNone/>
            </a:pPr>
            <a:r>
              <a:t>Resources holds images and app artwork.</a:t>
            </a:r>
          </a:p>
        </p:txBody>
      </p:sp>
      <p:sp>
        <p:nvSpPr>
          <p:cNvPr id="3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2DF4F548-EDEF-186D-6633-AF1ABC814BC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Step 1: MAUI project files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733208691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B471258F-4095-4468-B85C-B9BC9B4BEBB0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Find MainPage, AppShell, and Resources.</a:t>
            </a:r>
          </a:p>
          <a:p xmlns:a="http://schemas.openxmlformats.org/drawingml/2006/main">
            <a:pPr lvl="0">
              <a:buNone/>
            </a:pPr>
            <a:r>
              <a:t>Explain the job of each file.</a:t>
            </a:r>
          </a:p>
        </p:txBody>
      </p:sp>
      <p:sp>
        <p:nvSpPr>
          <p:cNvPr id="3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2DF4F548-EDEF-186D-6633-AF1ABC814BC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Step 1: What changed?</a:t>
            </a:r>
            <a:endParaRPr/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FCE05CF-5292-44BE-B84C-FA011E098CA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b2ce80b98be4634"/>
          <a:stretch xmlns:a="http://schemas.openxmlformats.org/drawingml/2006/main"/>
        </p:blipFill>
        <p:spPr>
          <a:xfrm xmlns:a="http://schemas.openxmlformats.org/drawingml/2006/main">
            <a:off x="2667000" y="3397063"/>
            <a:ext cx="6858000" cy="2635624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9634882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B471258F-4095-4468-B85C-B9BC9B4BEBB0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Export the logo as a transparent PNG.</a:t>
            </a:r>
          </a:p>
          <a:p xmlns:a="http://schemas.openxmlformats.org/drawingml/2006/main">
            <a:pPr lvl="0">
              <a:buNone/>
            </a:pPr>
            <a:r>
              <a:t>Keep the app icon square.</a:t>
            </a:r>
          </a:p>
        </p:txBody>
      </p:sp>
      <p:sp>
        <p:nvSpPr>
          <p:cNvPr id="3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2DF4F548-EDEF-186D-6633-AF1ABC814BC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Step 5: Image resources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1650231811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B471258F-4095-4468-B85C-B9BC9B4BEBB0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The transparent logo is ready for the app.</a:t>
            </a:r>
          </a:p>
          <a:p xmlns:a="http://schemas.openxmlformats.org/drawingml/2006/main">
            <a:pPr lvl="0">
              <a:buNone/>
            </a:pPr>
            <a:r>
              <a:t>The Home page can show it in Step 6.</a:t>
            </a:r>
          </a:p>
        </p:txBody>
      </p:sp>
      <p:sp>
        <p:nvSpPr>
          <p:cNvPr id="3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2DF4F548-EDEF-186D-6633-AF1ABC814BC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Step 5: What changed?</a:t>
            </a:r>
            <a:endParaRPr/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D7DE305-9F28-40B0-BCBE-8B584EE519B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81c3825b1174807"/>
          <a:stretch xmlns:a="http://schemas.openxmlformats.org/drawingml/2006/main"/>
        </p:blipFill>
        <p:spPr>
          <a:xfrm xmlns:a="http://schemas.openxmlformats.org/drawingml/2006/main">
            <a:off x="3227294" y="3190875"/>
            <a:ext cx="5737412" cy="304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45251604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B471258F-4095-4468-B85C-B9BC9B4BEBB0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A model stores one material item.</a:t>
            </a:r>
          </a:p>
          <a:p xmlns:a="http://schemas.openxmlformats.org/drawingml/2006/main">
            <a:pPr lvl="0">
              <a:buNone/>
            </a:pPr>
            <a:r>
              <a:t>TotalCost uses cost and quantity.</a:t>
            </a:r>
          </a:p>
        </p:txBody>
      </p:sp>
      <p:sp>
        <p:nvSpPr>
          <p:cNvPr id="3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2DF4F548-EDEF-186D-6633-AF1ABC814BC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Step 12: MaterialItem model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1566298174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B471258F-4095-4468-B85C-B9BC9B4BEBB0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Create one item with the required values.</a:t>
            </a:r>
          </a:p>
          <a:p xmlns:a="http://schemas.openxmlformats.org/drawingml/2006/main">
            <a:pPr lvl="0">
              <a:buNone/>
            </a:pPr>
            <a:r>
              <a:t>Check its calculated total.</a:t>
            </a:r>
          </a:p>
        </p:txBody>
      </p:sp>
      <p:sp>
        <p:nvSpPr>
          <p:cNvPr id="3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2DF4F548-EDEF-186D-6633-AF1ABC814BC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Step 12: What changed?</a:t>
            </a:r>
            <a:endParaRPr/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A17A56D-2DC5-47A2-9A7E-5BA7477C263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1c5460d40e841e4"/>
          <a:stretch xmlns:a="http://schemas.openxmlformats.org/drawingml/2006/main"/>
        </p:blipFill>
        <p:spPr>
          <a:xfrm xmlns:a="http://schemas.openxmlformats.org/drawingml/2006/main">
            <a:off x="2667000" y="3397063"/>
            <a:ext cx="6858000" cy="2635624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96564738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B471258F-4095-4468-B85C-B9BC9B4BEBB0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A vertical layout stacks the inputs.</a:t>
            </a:r>
          </a:p>
          <a:p xmlns:a="http://schemas.openxmlformats.org/drawingml/2006/main">
            <a:pPr lvl="0">
              <a:buNone/>
            </a:pPr>
            <a:r>
              <a:t>A ScrollView keeps the form usable.</a:t>
            </a:r>
          </a:p>
        </p:txBody>
      </p:sp>
      <p:sp>
        <p:nvSpPr>
          <p:cNvPr id="3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2DF4F548-EDEF-186D-6633-AF1ABC814BC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Step 16: Editor page layout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875669802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B471258F-4095-4468-B85C-B9BC9B4BEBB0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The Item Editor shows every input.</a:t>
            </a:r>
          </a:p>
          <a:p xmlns:a="http://schemas.openxmlformats.org/drawingml/2006/main">
            <a:pPr lvl="0">
              <a:buNone/>
            </a:pPr>
            <a:r>
              <a:t>The Submit button appears below the form.</a:t>
            </a:r>
          </a:p>
        </p:txBody>
      </p:sp>
      <p:sp>
        <p:nvSpPr>
          <p:cNvPr id="3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2DF4F548-EDEF-186D-6633-AF1ABC814BC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Step 16: What changed?</a:t>
            </a:r>
            <a:endParaRPr/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72EBE0F-076E-4B20-8EFF-BC2C7297EDC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3503b9bd8d84a08"/>
          <a:stretch xmlns:a="http://schemas.openxmlformats.org/drawingml/2006/main"/>
        </p:blipFill>
        <p:spPr>
          <a:xfrm xmlns:a="http://schemas.openxmlformats.org/drawingml/2006/main">
            <a:off x="3133823" y="3190875"/>
            <a:ext cx="5924355" cy="304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0839971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B471258F-4095-4468-B85C-B9BC9B4BEBB0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Shell lists the app destinations.</a:t>
            </a:r>
          </a:p>
          <a:p xmlns:a="http://schemas.openxmlformats.org/drawingml/2006/main">
            <a:pPr lvl="0">
              <a:buNone/>
            </a:pPr>
            <a:r>
              <a:t>A route opens the editor page.</a:t>
            </a:r>
          </a:p>
        </p:txBody>
      </p:sp>
      <p:sp>
        <p:nvSpPr>
          <p:cNvPr id="3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2DF4F548-EDEF-186D-6633-AF1ABC814BC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Step 20: Shell navigation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1296764358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B471258F-4095-4468-B85C-B9BC9B4BEBB0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Open the editor through Shell.</a:t>
            </a:r>
          </a:p>
          <a:p xmlns:a="http://schemas.openxmlformats.org/drawingml/2006/main">
            <a:pPr lvl="0">
              <a:buNone/>
            </a:pPr>
            <a:r>
              <a:t>Use Back to return to Home.</a:t>
            </a:r>
          </a:p>
        </p:txBody>
      </p:sp>
      <p:sp>
        <p:nvSpPr>
          <p:cNvPr id="3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2DF4F548-EDEF-186D-6633-AF1ABC814BC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Step 20: What changed?</a:t>
            </a:r>
            <a:endParaRPr/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740F1F3-62A4-4F83-9908-90ED0D3C521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e1da2541da44594"/>
          <a:stretch xmlns:a="http://schemas.openxmlformats.org/drawingml/2006/main"/>
        </p:blipFill>
        <p:spPr>
          <a:xfrm xmlns:a="http://schemas.openxmlformats.org/drawingml/2006/main">
            <a:off x="3133823" y="3190875"/>
            <a:ext cx="5924355" cy="304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6909406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B471258F-4095-4468-B85C-B9BC9B4BEBB0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Check required text before calculation.</a:t>
            </a:r>
          </a:p>
          <a:p xmlns:a="http://schemas.openxmlformats.org/drawingml/2006/main">
            <a:pPr lvl="0">
              <a:buNone/>
            </a:pPr>
            <a:r>
              <a:t>Use TryParse for numeric input.</a:t>
            </a:r>
          </a:p>
        </p:txBody>
      </p:sp>
      <p:sp>
        <p:nvSpPr>
          <p:cNvPr id="3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2DF4F548-EDEF-186D-6633-AF1ABC814BC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Step 21: Input validation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1242431486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B471258F-4095-4468-B85C-B9BC9B4BEBB0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Invalid input shows an alert.</a:t>
            </a:r>
          </a:p>
          <a:p xmlns:a="http://schemas.openxmlformats.org/drawingml/2006/main">
            <a:pPr lvl="0">
              <a:buNone/>
            </a:pPr>
            <a:r>
              <a:t>Valid input produces a total.</a:t>
            </a:r>
          </a:p>
        </p:txBody>
      </p:sp>
      <p:sp>
        <p:nvSpPr>
          <p:cNvPr id="3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2DF4F548-EDEF-186D-6633-AF1ABC814BC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Step 21: What changed?</a:t>
            </a:r>
            <a:endParaRPr/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B134C33-BB66-4A57-870E-1886C68CBA0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8726e461aac4dbd"/>
          <a:stretch xmlns:a="http://schemas.openxmlformats.org/drawingml/2006/main"/>
        </p:blipFill>
        <p:spPr>
          <a:xfrm xmlns:a="http://schemas.openxmlformats.org/drawingml/2006/main">
            <a:off x="3133823" y="3190875"/>
            <a:ext cx="5924355" cy="304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8156659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B471258F-4095-4468-B85C-B9BC9B4BEBB0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I can locate a page, its C# file, and a resource.</a:t>
            </a:r>
          </a:p>
          <a:p xmlns:a="http://schemas.openxmlformats.org/drawingml/2006/main">
            <a:pPr lvl="0">
              <a:buNone/>
            </a:pPr>
            <a:r>
              <a:t>I can explain how Shell opens the editor.</a:t>
            </a:r>
          </a:p>
          <a:p xmlns:a="http://schemas.openxmlformats.org/drawingml/2006/main">
            <a:pPr lvl="0">
              <a:buNone/>
            </a:pPr>
            <a:r>
              <a:t>I can trace a valid input to its total.</a:t>
            </a:r>
          </a:p>
        </p:txBody>
      </p:sp>
      <p:sp>
        <p:nvSpPr>
          <p:cNvPr id="3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2DF4F548-EDEF-186D-6633-AF1ABC814BC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What you can now explain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47077311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B471258F-4095-4468-B85C-B9BC9B4BEBB0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XAML basics and Shell</a:t>
            </a:r>
          </a:p>
          <a:p xmlns:a="http://schemas.openxmlformats.org/drawingml/2006/main">
            <a:pPr lvl="0">
              <a:buNone/>
            </a:pPr>
            <a:r>
              <a:t>Search Microsoft Learn for this topic.</a:t>
            </a:r>
          </a:p>
          <a:p xmlns:a="http://schemas.openxmlformats.org/drawingml/2006/main">
            <a:pPr lvl="0">
              <a:buNone/>
            </a:pPr>
            <a:r>
              <a:t>Try one example in a small test page.</a:t>
            </a:r>
          </a:p>
        </p:txBody>
      </p:sp>
      <p:sp>
        <p:nvSpPr>
          <p:cNvPr id="3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2DF4F548-EDEF-186D-6633-AF1ABC814BC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Read more in MAUI documentation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1775835954"/>
      </p:ext>
    </p:extLst>
  </p:cSld>
</p:sld>
</file>

<file path=ppt/theme/theme1.xml><?xml version="1.0" encoding="utf-8"?>
<a:theme xmlns:a="http://schemas.openxmlformats.org/drawingml/2006/main" name="EMMW Tech Bronze Theme Widescree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2026-10-15T21:18:44.3690000Z</dcterms:created>
  <dcterms:modified xsi:type="dcterms:W3CDTF">2026-10-15T21:18:44.3690000Z</dcterms:modified>
</coreProperties>
</file>